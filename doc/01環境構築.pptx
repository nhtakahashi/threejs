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02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H-STAFF 高橋真広" userId="60c902bb-f64f-40cf-869e-8386dac879fa" providerId="ADAL" clId="{ABF8F32A-0E29-455D-BF0E-64EA0687DC42}"/>
    <pc:docChg chg="custSel mod addSld delSld modSld addMainMaster delMainMaster modMainMaster modNotesMaster setSldSz">
      <pc:chgData name="NH-STAFF 高橋真広" userId="60c902bb-f64f-40cf-869e-8386dac879fa" providerId="ADAL" clId="{ABF8F32A-0E29-455D-BF0E-64EA0687DC42}" dt="2026-05-30T13:22:06.540" v="4" actId="26606"/>
      <pc:docMkLst>
        <pc:docMk/>
      </pc:docMkLst>
      <pc:sldChg chg="add">
        <pc:chgData name="NH-STAFF 高橋真広" userId="60c902bb-f64f-40cf-869e-8386dac879fa" providerId="ADAL" clId="{ABF8F32A-0E29-455D-BF0E-64EA0687DC42}" dt="2026-05-30T09:43:02.965" v="2" actId="26606"/>
        <pc:sldMkLst>
          <pc:docMk/>
          <pc:sldMk cId="0" sldId="256"/>
        </pc:sldMkLst>
      </pc:sldChg>
      <pc:sldChg chg="add">
        <pc:chgData name="NH-STAFF 高橋真広" userId="60c902bb-f64f-40cf-869e-8386dac879fa" providerId="ADAL" clId="{ABF8F32A-0E29-455D-BF0E-64EA0687DC42}" dt="2026-05-30T09:43:02.965" v="2" actId="26606"/>
        <pc:sldMkLst>
          <pc:docMk/>
          <pc:sldMk cId="0" sldId="257"/>
        </pc:sldMkLst>
      </pc:sldChg>
      <pc:sldChg chg="add">
        <pc:chgData name="NH-STAFF 高橋真広" userId="60c902bb-f64f-40cf-869e-8386dac879fa" providerId="ADAL" clId="{ABF8F32A-0E29-455D-BF0E-64EA0687DC42}" dt="2026-05-30T09:43:02.965" v="2" actId="26606"/>
        <pc:sldMkLst>
          <pc:docMk/>
          <pc:sldMk cId="0" sldId="258"/>
        </pc:sldMkLst>
      </pc:sldChg>
      <pc:sldChg chg="add">
        <pc:chgData name="NH-STAFF 高橋真広" userId="60c902bb-f64f-40cf-869e-8386dac879fa" providerId="ADAL" clId="{ABF8F32A-0E29-455D-BF0E-64EA0687DC42}" dt="2026-05-30T09:43:02.965" v="2" actId="26606"/>
        <pc:sldMkLst>
          <pc:docMk/>
          <pc:sldMk cId="0" sldId="259"/>
        </pc:sldMkLst>
      </pc:sldChg>
      <pc:sldChg chg="add">
        <pc:chgData name="NH-STAFF 高橋真広" userId="60c902bb-f64f-40cf-869e-8386dac879fa" providerId="ADAL" clId="{ABF8F32A-0E29-455D-BF0E-64EA0687DC42}" dt="2026-05-30T09:43:02.965" v="2" actId="26606"/>
        <pc:sldMkLst>
          <pc:docMk/>
          <pc:sldMk cId="0" sldId="260"/>
        </pc:sldMkLst>
      </pc:sldChg>
      <pc:sldChg chg="add">
        <pc:chgData name="NH-STAFF 高橋真広" userId="60c902bb-f64f-40cf-869e-8386dac879fa" providerId="ADAL" clId="{ABF8F32A-0E29-455D-BF0E-64EA0687DC42}" dt="2026-05-30T09:43:02.965" v="2" actId="26606"/>
        <pc:sldMkLst>
          <pc:docMk/>
          <pc:sldMk cId="0" sldId="261"/>
        </pc:sldMkLst>
      </pc:sldChg>
      <pc:sldChg chg="add">
        <pc:chgData name="NH-STAFF 高橋真広" userId="60c902bb-f64f-40cf-869e-8386dac879fa" providerId="ADAL" clId="{ABF8F32A-0E29-455D-BF0E-64EA0687DC42}" dt="2026-05-30T09:43:02.965" v="2" actId="26606"/>
        <pc:sldMkLst>
          <pc:docMk/>
          <pc:sldMk cId="0" sldId="262"/>
        </pc:sldMkLst>
      </pc:sldChg>
      <pc:sldChg chg="add">
        <pc:chgData name="NH-STAFF 高橋真広" userId="60c902bb-f64f-40cf-869e-8386dac879fa" providerId="ADAL" clId="{ABF8F32A-0E29-455D-BF0E-64EA0687DC42}" dt="2026-05-30T09:43:02.965" v="2" actId="26606"/>
        <pc:sldMkLst>
          <pc:docMk/>
          <pc:sldMk cId="0" sldId="263"/>
        </pc:sldMkLst>
      </pc:sldChg>
      <pc:sldChg chg="add">
        <pc:chgData name="NH-STAFF 高橋真広" userId="60c902bb-f64f-40cf-869e-8386dac879fa" providerId="ADAL" clId="{ABF8F32A-0E29-455D-BF0E-64EA0687DC42}" dt="2026-05-30T09:43:02.965" v="2" actId="26606"/>
        <pc:sldMkLst>
          <pc:docMk/>
          <pc:sldMk cId="0" sldId="264"/>
        </pc:sldMkLst>
      </pc:sldChg>
      <pc:sldChg chg="add">
        <pc:chgData name="NH-STAFF 高橋真広" userId="60c902bb-f64f-40cf-869e-8386dac879fa" providerId="ADAL" clId="{ABF8F32A-0E29-455D-BF0E-64EA0687DC42}" dt="2026-05-30T09:43:02.965" v="2" actId="26606"/>
        <pc:sldMkLst>
          <pc:docMk/>
          <pc:sldMk cId="0" sldId="265"/>
        </pc:sldMkLst>
      </pc:sldChg>
      <pc:sldChg chg="add">
        <pc:chgData name="NH-STAFF 高橋真広" userId="60c902bb-f64f-40cf-869e-8386dac879fa" providerId="ADAL" clId="{ABF8F32A-0E29-455D-BF0E-64EA0687DC42}" dt="2026-05-30T09:43:02.965" v="2" actId="26606"/>
        <pc:sldMkLst>
          <pc:docMk/>
          <pc:sldMk cId="0" sldId="266"/>
        </pc:sldMkLst>
      </pc:sldChg>
      <pc:sldChg chg="add">
        <pc:chgData name="NH-STAFF 高橋真広" userId="60c902bb-f64f-40cf-869e-8386dac879fa" providerId="ADAL" clId="{ABF8F32A-0E29-455D-BF0E-64EA0687DC42}" dt="2026-05-30T09:43:02.965" v="2" actId="26606"/>
        <pc:sldMkLst>
          <pc:docMk/>
          <pc:sldMk cId="0" sldId="267"/>
        </pc:sldMkLst>
      </pc:sldChg>
      <pc:sldChg chg="modSp add mod">
        <pc:chgData name="NH-STAFF 高橋真広" userId="60c902bb-f64f-40cf-869e-8386dac879fa" providerId="ADAL" clId="{ABF8F32A-0E29-455D-BF0E-64EA0687DC42}" dt="2026-05-30T11:06:21.458" v="3" actId="26606"/>
        <pc:sldMkLst>
          <pc:docMk/>
          <pc:sldMk cId="0" sldId="268"/>
        </pc:sldMkLst>
        <pc:spChg chg="mod">
          <ac:chgData name="NH-STAFF 高橋真広" userId="60c902bb-f64f-40cf-869e-8386dac879fa" providerId="ADAL" clId="{ABF8F32A-0E29-455D-BF0E-64EA0687DC42}" dt="2026-05-30T11:06:21.458" v="3" actId="26606"/>
          <ac:spMkLst>
            <pc:docMk/>
            <pc:sldMk cId="0" sldId="268"/>
            <ac:spMk id="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1:06:21.458" v="3" actId="26606"/>
          <ac:spMkLst>
            <pc:docMk/>
            <pc:sldMk cId="0" sldId="268"/>
            <ac:spMk id="8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1:06:21.458" v="3" actId="26606"/>
          <ac:spMkLst>
            <pc:docMk/>
            <pc:sldMk cId="0" sldId="268"/>
            <ac:spMk id="9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1:06:21.458" v="3" actId="2660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1:06:21.458" v="3" actId="2660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1:06:21.458" v="3" actId="26606"/>
          <ac:spMkLst>
            <pc:docMk/>
            <pc:sldMk cId="0" sldId="268"/>
            <ac:spMk id="14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1:06:21.458" v="3" actId="26606"/>
          <ac:spMkLst>
            <pc:docMk/>
            <pc:sldMk cId="0" sldId="268"/>
            <ac:spMk id="15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1:06:21.458" v="3" actId="26606"/>
          <ac:spMkLst>
            <pc:docMk/>
            <pc:sldMk cId="0" sldId="268"/>
            <ac:spMk id="1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5-30T11:06:21.458" v="3" actId="26606"/>
          <ac:spMkLst>
            <pc:docMk/>
            <pc:sldMk cId="0" sldId="268"/>
            <ac:spMk id="17" creationId="{00000000-0000-0000-0000-000000000000}"/>
          </ac:spMkLst>
        </pc:spChg>
        <pc:picChg chg="mod">
          <ac:chgData name="NH-STAFF 高橋真広" userId="60c902bb-f64f-40cf-869e-8386dac879fa" providerId="ADAL" clId="{ABF8F32A-0E29-455D-BF0E-64EA0687DC42}" dt="2026-05-30T11:06:21.458" v="3" actId="26606"/>
          <ac:picMkLst>
            <pc:docMk/>
            <pc:sldMk cId="0" sldId="268"/>
            <ac:picMk id="13" creationId="{00000000-0000-0000-0000-000000000000}"/>
          </ac:picMkLst>
        </pc:picChg>
      </pc:sldChg>
      <pc:sldChg chg="add">
        <pc:chgData name="NH-STAFF 高橋真広" userId="60c902bb-f64f-40cf-869e-8386dac879fa" providerId="ADAL" clId="{ABF8F32A-0E29-455D-BF0E-64EA0687DC42}" dt="2026-05-30T09:43:02.965" v="2" actId="26606"/>
        <pc:sldMkLst>
          <pc:docMk/>
          <pc:sldMk cId="0" sldId="269"/>
        </pc:sldMkLst>
      </pc:sldChg>
      <pc:sldChg chg="add">
        <pc:chgData name="NH-STAFF 高橋真広" userId="60c902bb-f64f-40cf-869e-8386dac879fa" providerId="ADAL" clId="{ABF8F32A-0E29-455D-BF0E-64EA0687DC42}" dt="2026-05-30T09:43:02.965" v="2" actId="26606"/>
        <pc:sldMkLst>
          <pc:docMk/>
          <pc:sldMk cId="0" sldId="270"/>
        </pc:sldMkLst>
      </pc:sldChg>
      <pc:sldChg chg="add">
        <pc:chgData name="NH-STAFF 高橋真広" userId="60c902bb-f64f-40cf-869e-8386dac879fa" providerId="ADAL" clId="{ABF8F32A-0E29-455D-BF0E-64EA0687DC42}" dt="2026-05-30T09:43:02.965" v="2" actId="26606"/>
        <pc:sldMkLst>
          <pc:docMk/>
          <pc:sldMk cId="0" sldId="271"/>
        </pc:sldMkLst>
      </pc:sldChg>
      <pc:sldChg chg="add">
        <pc:chgData name="NH-STAFF 高橋真広" userId="60c902bb-f64f-40cf-869e-8386dac879fa" providerId="ADAL" clId="{ABF8F32A-0E29-455D-BF0E-64EA0687DC42}" dt="2026-05-30T09:43:02.965" v="2" actId="26606"/>
        <pc:sldMkLst>
          <pc:docMk/>
          <pc:sldMk cId="0" sldId="272"/>
        </pc:sldMkLst>
      </pc:sldChg>
      <pc:sldChg chg="add modNotes">
        <pc:chgData name="NH-STAFF 高橋真広" userId="60c902bb-f64f-40cf-869e-8386dac879fa" providerId="ADAL" clId="{ABF8F32A-0E29-455D-BF0E-64EA0687DC42}" dt="2026-05-30T13:22:06.540" v="4" actId="26606"/>
        <pc:sldMkLst>
          <pc:docMk/>
          <pc:sldMk cId="0" sldId="273"/>
        </pc:sldMkLst>
      </pc:sldChg>
      <pc:sldChg chg="del replId">
        <pc:chgData name="NH-STAFF 高橋真広" userId="60c902bb-f64f-40cf-869e-8386dac879fa" providerId="ADAL" clId="{ABF8F32A-0E29-455D-BF0E-64EA0687DC42}" dt="2026-05-30T09:43:02.965" v="2" actId="26606"/>
        <pc:sldMkLst>
          <pc:docMk/>
          <pc:sldMk cId="2128380218" sldId="274"/>
        </pc:sldMkLst>
      </pc:sldChg>
      <pc:sldMasterChg chg="add addSldLayout">
        <pc:chgData name="NH-STAFF 高橋真広" userId="60c902bb-f64f-40cf-869e-8386dac879fa" providerId="ADAL" clId="{ABF8F32A-0E29-455D-BF0E-64EA0687DC42}" dt="2026-05-30T09:43:02.965" v="2" actId="26606"/>
        <pc:sldMasterMkLst>
          <pc:docMk/>
          <pc:sldMasterMk cId="0" sldId="2147483648"/>
        </pc:sldMasterMkLst>
        <pc:sldLayoutChg chg="add">
          <pc:chgData name="NH-STAFF 高橋真広" userId="60c902bb-f64f-40cf-869e-8386dac879fa" providerId="ADAL" clId="{ABF8F32A-0E29-455D-BF0E-64EA0687DC42}" dt="2026-05-30T09:43:02.965" v="2" actId="26606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del replId delSldLayout modSldLayout">
        <pc:chgData name="NH-STAFF 高橋真広" userId="60c902bb-f64f-40cf-869e-8386dac879fa" providerId="ADAL" clId="{ABF8F32A-0E29-455D-BF0E-64EA0687DC42}" dt="2026-05-30T09:43:02.965" v="2" actId="26606"/>
        <pc:sldMasterMkLst>
          <pc:docMk/>
          <pc:sldMasterMk cId="2907289730" sldId="2147483660"/>
        </pc:sldMasterMkLst>
        <pc:sldLayoutChg chg="del">
          <pc:chgData name="NH-STAFF 高橋真広" userId="60c902bb-f64f-40cf-869e-8386dac879fa" providerId="ADAL" clId="{ABF8F32A-0E29-455D-BF0E-64EA0687DC42}" dt="2026-05-30T09:43:02.965" v="2" actId="26606"/>
          <pc:sldLayoutMkLst>
            <pc:docMk/>
            <pc:sldMasterMk cId="2907289730" sldId="2147483660"/>
            <pc:sldLayoutMk cId="2040515858" sldId="2147483650"/>
          </pc:sldLayoutMkLst>
        </pc:sldLayoutChg>
        <pc:sldLayoutChg chg="del">
          <pc:chgData name="NH-STAFF 高橋真広" userId="60c902bb-f64f-40cf-869e-8386dac879fa" providerId="ADAL" clId="{ABF8F32A-0E29-455D-BF0E-64EA0687DC42}" dt="2026-05-30T09:43:02.965" v="2" actId="26606"/>
          <pc:sldLayoutMkLst>
            <pc:docMk/>
            <pc:sldMasterMk cId="2907289730" sldId="2147483660"/>
            <pc:sldLayoutMk cId="4083904788" sldId="2147483651"/>
          </pc:sldLayoutMkLst>
        </pc:sldLayoutChg>
        <pc:sldLayoutChg chg="del">
          <pc:chgData name="NH-STAFF 高橋真広" userId="60c902bb-f64f-40cf-869e-8386dac879fa" providerId="ADAL" clId="{ABF8F32A-0E29-455D-BF0E-64EA0687DC42}" dt="2026-05-30T09:43:02.965" v="2" actId="26606"/>
          <pc:sldLayoutMkLst>
            <pc:docMk/>
            <pc:sldMasterMk cId="2907289730" sldId="2147483660"/>
            <pc:sldLayoutMk cId="1395402986" sldId="2147483652"/>
          </pc:sldLayoutMkLst>
        </pc:sldLayoutChg>
        <pc:sldLayoutChg chg="del">
          <pc:chgData name="NH-STAFF 高橋真広" userId="60c902bb-f64f-40cf-869e-8386dac879fa" providerId="ADAL" clId="{ABF8F32A-0E29-455D-BF0E-64EA0687DC42}" dt="2026-05-30T09:43:02.965" v="2" actId="26606"/>
          <pc:sldLayoutMkLst>
            <pc:docMk/>
            <pc:sldMasterMk cId="2907289730" sldId="2147483660"/>
            <pc:sldLayoutMk cId="797884901" sldId="2147483653"/>
          </pc:sldLayoutMkLst>
        </pc:sldLayoutChg>
        <pc:sldLayoutChg chg="del">
          <pc:chgData name="NH-STAFF 高橋真広" userId="60c902bb-f64f-40cf-869e-8386dac879fa" providerId="ADAL" clId="{ABF8F32A-0E29-455D-BF0E-64EA0687DC42}" dt="2026-05-30T09:43:02.965" v="2" actId="26606"/>
          <pc:sldLayoutMkLst>
            <pc:docMk/>
            <pc:sldMasterMk cId="2907289730" sldId="2147483660"/>
            <pc:sldLayoutMk cId="539588861" sldId="2147483654"/>
          </pc:sldLayoutMkLst>
        </pc:sldLayoutChg>
        <pc:sldLayoutChg chg="del">
          <pc:chgData name="NH-STAFF 高橋真広" userId="60c902bb-f64f-40cf-869e-8386dac879fa" providerId="ADAL" clId="{ABF8F32A-0E29-455D-BF0E-64EA0687DC42}" dt="2026-05-30T09:43:02.965" v="2" actId="26606"/>
          <pc:sldLayoutMkLst>
            <pc:docMk/>
            <pc:sldMasterMk cId="2907289730" sldId="2147483660"/>
            <pc:sldLayoutMk cId="2042860812" sldId="2147483655"/>
          </pc:sldLayoutMkLst>
        </pc:sldLayoutChg>
        <pc:sldLayoutChg chg="del">
          <pc:chgData name="NH-STAFF 高橋真広" userId="60c902bb-f64f-40cf-869e-8386dac879fa" providerId="ADAL" clId="{ABF8F32A-0E29-455D-BF0E-64EA0687DC42}" dt="2026-05-30T09:43:02.965" v="2" actId="26606"/>
          <pc:sldLayoutMkLst>
            <pc:docMk/>
            <pc:sldMasterMk cId="2907289730" sldId="2147483660"/>
            <pc:sldLayoutMk cId="3888451093" sldId="2147483656"/>
          </pc:sldLayoutMkLst>
        </pc:sldLayoutChg>
        <pc:sldLayoutChg chg="del">
          <pc:chgData name="NH-STAFF 高橋真広" userId="60c902bb-f64f-40cf-869e-8386dac879fa" providerId="ADAL" clId="{ABF8F32A-0E29-455D-BF0E-64EA0687DC42}" dt="2026-05-30T09:43:02.965" v="2" actId="26606"/>
          <pc:sldLayoutMkLst>
            <pc:docMk/>
            <pc:sldMasterMk cId="2907289730" sldId="2147483660"/>
            <pc:sldLayoutMk cId="2189387916" sldId="2147483657"/>
          </pc:sldLayoutMkLst>
        </pc:sldLayoutChg>
        <pc:sldLayoutChg chg="del">
          <pc:chgData name="NH-STAFF 高橋真広" userId="60c902bb-f64f-40cf-869e-8386dac879fa" providerId="ADAL" clId="{ABF8F32A-0E29-455D-BF0E-64EA0687DC42}" dt="2026-05-30T09:43:02.965" v="2" actId="26606"/>
          <pc:sldLayoutMkLst>
            <pc:docMk/>
            <pc:sldMasterMk cId="2907289730" sldId="2147483660"/>
            <pc:sldLayoutMk cId="2575747102" sldId="2147483658"/>
          </pc:sldLayoutMkLst>
        </pc:sldLayoutChg>
        <pc:sldLayoutChg chg="del">
          <pc:chgData name="NH-STAFF 高橋真広" userId="60c902bb-f64f-40cf-869e-8386dac879fa" providerId="ADAL" clId="{ABF8F32A-0E29-455D-BF0E-64EA0687DC42}" dt="2026-05-30T09:43:02.965" v="2" actId="26606"/>
          <pc:sldLayoutMkLst>
            <pc:docMk/>
            <pc:sldMasterMk cId="2907289730" sldId="2147483660"/>
            <pc:sldLayoutMk cId="2950866720" sldId="2147483659"/>
          </pc:sldLayoutMkLst>
        </pc:sldLayoutChg>
        <pc:sldLayoutChg chg="del replId">
          <pc:chgData name="NH-STAFF 高橋真広" userId="60c902bb-f64f-40cf-869e-8386dac879fa" providerId="ADAL" clId="{ABF8F32A-0E29-455D-BF0E-64EA0687DC42}" dt="2026-05-30T09:43:02.965" v="2" actId="26606"/>
          <pc:sldLayoutMkLst>
            <pc:docMk/>
            <pc:sldMasterMk cId="2907289730" sldId="2147483660"/>
            <pc:sldLayoutMk cId="3849106771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# Three.js × WebGL 実践講座 — スライド作成テンプレート</a:t>
            </a:r>
          </a:p>
          <a:p>
            <a:endParaRPr lang="ja-JP" altLang="en-US"/>
          </a:p>
          <a:p>
            <a:r>
              <a:rPr lang="ja-JP" altLang="en-US"/>
              <a:t>第1回（Session 01）と同じトーン・構成で、第2回以降のスライドを作るための仕様書です。</a:t>
            </a:r>
          </a:p>
          <a:p>
            <a:r>
              <a:rPr lang="ja-JP" altLang="en-US"/>
              <a:t>このファイルをそのままエージェントに渡して「Session XX のスライドを作って」と依頼すれば、統一感のある資料を生成できます。</a:t>
            </a:r>
          </a:p>
          <a:p>
            <a:endParaRPr lang="ja-JP" altLang="en-US"/>
          </a:p>
          <a:p>
            <a:r>
              <a:rPr lang="ja-JP" altLang="en-US"/>
              <a:t>---</a:t>
            </a:r>
          </a:p>
          <a:p>
            <a:endParaRPr lang="ja-JP" altLang="en-US"/>
          </a:p>
          <a:p>
            <a:r>
              <a:rPr lang="ja-JP" altLang="en-US"/>
              <a:t>## 1. デザインシステム（全回共通）</a:t>
            </a:r>
          </a:p>
          <a:p>
            <a:endParaRPr lang="ja-JP" altLang="en-US"/>
          </a:p>
          <a:p>
            <a:r>
              <a:rPr lang="ja-JP" altLang="en-US"/>
              <a:t>### カラーパレット</a:t>
            </a:r>
          </a:p>
          <a:p>
            <a:r>
              <a:rPr lang="ja-JP" altLang="en-US"/>
              <a:t>| 役割 | HEX | 用途 |</a:t>
            </a:r>
          </a:p>
          <a:p>
            <a:r>
              <a:rPr lang="ja-JP" altLang="en-US"/>
              <a:t>|------|-----|------|</a:t>
            </a:r>
          </a:p>
          <a:p>
            <a:r>
              <a:rPr lang="ja-JP" altLang="en-US"/>
              <a:t>| 背景（ダーク） | `#0F172A` | スライド全体の背景 |</a:t>
            </a:r>
          </a:p>
          <a:p>
            <a:r>
              <a:rPr lang="ja-JP" altLang="en-US"/>
              <a:t>| カード背景 | `#1E293B` | 各カード・ボックスの背景 |</a:t>
            </a:r>
          </a:p>
          <a:p>
            <a:r>
              <a:rPr lang="ja-JP" altLang="en-US"/>
              <a:t>| コード背景 | `#1A1A2E` | コードブロックの背景 |</a:t>
            </a:r>
          </a:p>
          <a:p>
            <a:r>
              <a:rPr lang="ja-JP" altLang="en-US"/>
              <a:t>| シアン（主アクセント） | `#22D3EE` | セクションラベル・見出し強調・ページ番号 |</a:t>
            </a:r>
          </a:p>
          <a:p>
            <a:r>
              <a:rPr lang="ja-JP" altLang="en-US"/>
              <a:t>| ピンク（副アクセント） | `#EC4899` | セッション番号・HANDS-ON・強調 |</a:t>
            </a:r>
          </a:p>
          <a:p>
            <a:r>
              <a:rPr lang="ja-JP" altLang="en-US"/>
              <a:t>| ライム（ハイライト） | `#A3E635` | 時間表記・コマンド・チェック項目 |</a:t>
            </a:r>
          </a:p>
          <a:p>
            <a:r>
              <a:rPr lang="ja-JP" altLang="en-US"/>
              <a:t>| 白（本文） | `#F8FAFC` | 見出し・本文テキスト |</a:t>
            </a:r>
          </a:p>
          <a:p>
            <a:r>
              <a:rPr lang="ja-JP" altLang="en-US"/>
              <a:t>| グレー（補足） | `#94A3B8` | 補足説明・フッター |</a:t>
            </a:r>
          </a:p>
          <a:p>
            <a:endParaRPr lang="ja-JP" altLang="en-US"/>
          </a:p>
          <a:p>
            <a:r>
              <a:rPr lang="ja-JP" altLang="en-US"/>
              <a:t>### タイポグラフィ</a:t>
            </a:r>
          </a:p>
          <a:p>
            <a:r>
              <a:rPr lang="ja-JP" altLang="en-US"/>
              <a:t>- 見出しフォント: **Trebuchet MS**（太字）</a:t>
            </a:r>
          </a:p>
          <a:p>
            <a:r>
              <a:rPr lang="ja-JP" altLang="en-US"/>
              <a:t>- 本文フォント: **Calibri**</a:t>
            </a:r>
          </a:p>
          <a:p>
            <a:r>
              <a:rPr lang="ja-JP" altLang="en-US"/>
              <a:t>- コードフォント: **Consolas**</a:t>
            </a:r>
          </a:p>
          <a:p>
            <a:endParaRPr lang="ja-JP" altLang="en-US"/>
          </a:p>
          <a:p>
            <a:r>
              <a:rPr lang="ja-JP" altLang="en-US"/>
              <a:t>| 要素 | サイズ |</a:t>
            </a:r>
          </a:p>
          <a:p>
            <a:r>
              <a:rPr lang="ja-JP" altLang="en-US"/>
              <a:t>|------|--------|</a:t>
            </a:r>
          </a:p>
          <a:p>
            <a:r>
              <a:rPr lang="ja-JP" altLang="en-US"/>
              <a:t>| スライドタイトル | 32pt 太字 |</a:t>
            </a:r>
          </a:p>
          <a:p>
            <a:r>
              <a:rPr lang="ja-JP" altLang="en-US"/>
              <a:t>| セクションラベル（英字） | 11pt（字間広め） |</a:t>
            </a:r>
          </a:p>
          <a:p>
            <a:r>
              <a:rPr lang="ja-JP" altLang="en-US"/>
              <a:t>| セクション見出し | 16〜18pt 太字 |</a:t>
            </a:r>
          </a:p>
          <a:p>
            <a:r>
              <a:rPr lang="ja-JP" altLang="en-US"/>
              <a:t>| 本文 | 12〜14pt |</a:t>
            </a:r>
          </a:p>
          <a:p>
            <a:r>
              <a:rPr lang="ja-JP" altLang="en-US"/>
              <a:t>| キャプション・フッター | 9〜11pt |</a:t>
            </a:r>
          </a:p>
          <a:p>
            <a:endParaRPr lang="ja-JP" altLang="en-US"/>
          </a:p>
          <a:p>
            <a:r>
              <a:rPr lang="ja-JP" altLang="en-US"/>
              <a:t>### レイアウト規則</a:t>
            </a:r>
          </a:p>
          <a:p>
            <a:r>
              <a:rPr lang="ja-JP" altLang="en-US"/>
              <a:t>- 画面比率: 16:9（10" × 5.625"）</a:t>
            </a:r>
          </a:p>
          <a:p>
            <a:r>
              <a:rPr lang="ja-JP" altLang="en-US"/>
              <a:t>- 左右マージン: 0.8"（約 731520 EMU）</a:t>
            </a:r>
          </a:p>
          <a:p>
            <a:r>
              <a:rPr lang="ja-JP" altLang="en-US"/>
              <a:t>- 各回タイトル上に英字セクションラベル（例: `CONCEPT` `SETUP` `HANDS-ON`）を配置</a:t>
            </a:r>
          </a:p>
          <a:p>
            <a:r>
              <a:rPr lang="ja-JP" altLang="en-US"/>
              <a:t>- フッター左: `Three.js × WebGL 実践講座` ／ フッター右: `XX / 12`（シアン）</a:t>
            </a:r>
          </a:p>
          <a:p>
            <a:r>
              <a:rPr lang="ja-JP" altLang="en-US"/>
              <a:t>- カードは角丸長方形、アイコンは丸背景またはカラー付きで使用</a:t>
            </a:r>
          </a:p>
          <a:p>
            <a:r>
              <a:rPr lang="ja-JP" altLang="en-US"/>
              <a:t>- 装飾の半透明サークルを表紙・章扉・まとめに配置</a:t>
            </a:r>
          </a:p>
          <a:p>
            <a:endParaRPr lang="ja-JP" altLang="en-US"/>
          </a:p>
          <a:p>
            <a:r>
              <a:rPr lang="ja-JP" altLang="en-US"/>
              <a:t>---</a:t>
            </a:r>
          </a:p>
          <a:p>
            <a:endParaRPr lang="ja-JP" altLang="en-US"/>
          </a:p>
          <a:p>
            <a:r>
              <a:rPr lang="ja-JP" altLang="en-US"/>
              <a:t>## 2. スライド構成テンプレート（標準18枚）</a:t>
            </a:r>
          </a:p>
          <a:p>
            <a:endParaRPr lang="ja-JP" altLang="en-US"/>
          </a:p>
          <a:p>
            <a:r>
              <a:rPr lang="ja-JP" altLang="en-US"/>
              <a:t>各回はこの骨格をベースに、内容に合わせて増減させます。</a:t>
            </a:r>
          </a:p>
          <a:p>
            <a:endParaRPr lang="ja-JP" altLang="en-US"/>
          </a:p>
          <a:p>
            <a:r>
              <a:rPr lang="ja-JP" altLang="en-US"/>
              <a:t>1. **タイトル** — SESSION 番号 / タイトル / Week・2 hours</a:t>
            </a:r>
          </a:p>
          <a:p>
            <a:r>
              <a:rPr lang="ja-JP" altLang="en-US"/>
              <a:t>2. **本日のアジェンダ** — 3ブロック（解説・実装・ハンズオン）</a:t>
            </a:r>
          </a:p>
          <a:p>
            <a:r>
              <a:rPr lang="ja-JP" altLang="en-US"/>
              <a:t>3. **前提知識・準備物** — 前回までの到達点の確認</a:t>
            </a:r>
          </a:p>
          <a:p>
            <a:r>
              <a:rPr lang="ja-JP" altLang="en-US"/>
              <a:t>4. **コンセプト解説①** — その回の中心概念（図解 or 2カラム）</a:t>
            </a:r>
          </a:p>
          <a:p>
            <a:r>
              <a:rPr lang="ja-JP" altLang="en-US"/>
              <a:t>5. **コンセプト解説②** — 関連概念・仕組みの掘り下げ</a:t>
            </a:r>
          </a:p>
          <a:p>
            <a:r>
              <a:rPr lang="ja-JP" altLang="en-US"/>
              <a:t>6. **比較 / 分類** — 種類・選択肢の比較表やカード</a:t>
            </a:r>
          </a:p>
          <a:p>
            <a:r>
              <a:rPr lang="ja-JP" altLang="en-US"/>
              <a:t>7. **公式ドキュメント / リファレンス** — 該当APIの参照先</a:t>
            </a:r>
          </a:p>
          <a:p>
            <a:r>
              <a:rPr lang="ja-JP" altLang="en-US"/>
              <a:t>8. **章扉（開発・実装パート）** — 大きな番号 + 見出し</a:t>
            </a:r>
          </a:p>
          <a:p>
            <a:r>
              <a:rPr lang="ja-JP" altLang="en-US"/>
              <a:t>9. **全体像 / フロー** — 処理の流れ・構成図</a:t>
            </a:r>
          </a:p>
          <a:p>
            <a:r>
              <a:rPr lang="ja-JP" altLang="en-US"/>
              <a:t>10〜15. **実装ステップ解説** — コードブロック中心（1トピック1枚）</a:t>
            </a:r>
          </a:p>
          <a:p>
            <a:r>
              <a:rPr lang="ja-JP" altLang="en-US"/>
              <a:t>16. **デバッグ / 確認方法** — DevTools・計測など</a:t>
            </a:r>
          </a:p>
          <a:p>
            <a:r>
              <a:rPr lang="ja-JP" altLang="en-US"/>
              <a:t>17. **HANDS-ON** — 演習の手順（Step 1〜5 + ゴール）</a:t>
            </a:r>
          </a:p>
          <a:p>
            <a:r>
              <a:rPr lang="ja-JP" altLang="en-US"/>
              <a:t>18. **まとめ &amp; 次回予告** — チェックリスト + 次回SESSION紹介</a:t>
            </a:r>
          </a:p>
          <a:p>
            <a:endParaRPr lang="ja-JP" altLang="en-US"/>
          </a:p>
          <a:p>
            <a:r>
              <a:rPr lang="ja-JP" altLang="en-US"/>
              <a:t>&gt; 枚数は内容次第。コードが多い回は実装ステップを増やし、概念中心の回は解説を増やす。</a:t>
            </a:r>
          </a:p>
          <a:p>
            <a:endParaRPr lang="ja-JP" altLang="en-US"/>
          </a:p>
          <a:p>
            <a:r>
              <a:rPr lang="ja-JP" altLang="en-US"/>
              <a:t>---</a:t>
            </a:r>
          </a:p>
          <a:p>
            <a:endParaRPr lang="ja-JP" altLang="en-US"/>
          </a:p>
          <a:p>
            <a:r>
              <a:rPr lang="ja-JP" altLang="en-US"/>
              <a:t>## 3. 各回コンテンツ構成（Session 02〜10）</a:t>
            </a:r>
          </a:p>
          <a:p>
            <a:endParaRPr lang="ja-JP" altLang="en-US"/>
          </a:p>
          <a:p>
            <a:r>
              <a:rPr lang="ja-JP" altLang="en-US"/>
              <a:t>シラバスに基づく各回の中身です。各回の「学習目標」「主なトピック」「HANDS-ON」をスライドに展開してください。</a:t>
            </a:r>
          </a:p>
          <a:p>
            <a:endParaRPr lang="ja-JP" altLang="en-US"/>
          </a:p>
          <a:p>
            <a:r>
              <a:rPr lang="ja-JP" altLang="en-US"/>
              <a:t>### Session 02 — 基本構造と最初の3Dシーン（Week 2）</a:t>
            </a:r>
          </a:p>
          <a:p>
            <a:r>
              <a:rPr lang="ja-JP" altLang="en-US"/>
              <a:t>- **前提**: 第1回の環境構築完了</a:t>
            </a:r>
          </a:p>
          <a:p>
            <a:r>
              <a:rPr lang="ja-JP" altLang="en-US"/>
              <a:t>- **学習目標**: Scene / Camera / Renderer の三要素を理解し、自分で立方体を回転表示できる</a:t>
            </a:r>
          </a:p>
          <a:p>
            <a:r>
              <a:rPr lang="ja-JP" altLang="en-US"/>
              <a:t>- **主なトピック**</a:t>
            </a:r>
          </a:p>
          <a:p>
            <a:r>
              <a:rPr lang="ja-JP" altLang="en-US"/>
              <a:t>  - Scene・PerspectiveCamera・WebGLRenderer の役割</a:t>
            </a:r>
          </a:p>
          <a:p>
            <a:r>
              <a:rPr lang="ja-JP" altLang="en-US"/>
              <a:t>  - Mesh = Geometry + Material という考え方</a:t>
            </a:r>
          </a:p>
          <a:p>
            <a:r>
              <a:rPr lang="ja-JP" altLang="en-US"/>
              <a:t>  - requestAnimationFrame によるアニメーションループ</a:t>
            </a:r>
          </a:p>
          <a:p>
            <a:r>
              <a:rPr lang="ja-JP" altLang="en-US"/>
              <a:t>  - ウィンドウリサイズへの対応</a:t>
            </a:r>
          </a:p>
          <a:p>
            <a:r>
              <a:rPr lang="ja-JP" altLang="en-US"/>
              <a:t>- **HANDS-ON**: 回転する BoxGeometry を画面中央に表示し、リサイズしてもレイアウトが崩れないよう調整</a:t>
            </a:r>
          </a:p>
          <a:p>
            <a:endParaRPr lang="ja-JP" altLang="en-US"/>
          </a:p>
          <a:p>
            <a:r>
              <a:rPr lang="ja-JP" altLang="en-US"/>
              <a:t>### Session 03 — マテリアルとライトの使い方（Week 3）</a:t>
            </a:r>
          </a:p>
          <a:p>
            <a:r>
              <a:rPr lang="ja-JP" altLang="en-US"/>
              <a:t>- **前提**: 第2回までの基本シーン作成</a:t>
            </a:r>
          </a:p>
          <a:p>
            <a:r>
              <a:rPr lang="ja-JP" altLang="en-US"/>
              <a:t>- **学習目標**: 各種マテリアルとライトの違いを理解し、用途に応じて使い分けられる</a:t>
            </a:r>
          </a:p>
          <a:p>
            <a:r>
              <a:rPr lang="ja-JP" altLang="en-US"/>
              <a:t>- **主なトピック**</a:t>
            </a:r>
          </a:p>
          <a:p>
            <a:r>
              <a:rPr lang="ja-JP" altLang="en-US"/>
              <a:t>  - MeshBasic / Lambert / Phong / Standard / Physical の違い</a:t>
            </a:r>
          </a:p>
          <a:p>
            <a:r>
              <a:rPr lang="ja-JP" altLang="en-US"/>
              <a:t>  - AmbientLight・DirectionalLight・PointLight・SpotLight</a:t>
            </a:r>
          </a:p>
          <a:p>
            <a:r>
              <a:rPr lang="ja-JP" altLang="en-US"/>
              <a:t>  - 色・粗さ・金属感など StandardMaterial の主要プロパティ</a:t>
            </a:r>
          </a:p>
          <a:p>
            <a:r>
              <a:rPr lang="ja-JP" altLang="en-US"/>
              <a:t>  - シャドウの有効化（castShadow / receiveShadow）</a:t>
            </a:r>
          </a:p>
          <a:p>
            <a:r>
              <a:rPr lang="ja-JP" altLang="en-US"/>
              <a:t>- **HANDS-ON**: 球体・トーラス・床面を配置し、ライティングを切り替えて見え方の違いを比較</a:t>
            </a:r>
          </a:p>
          <a:p>
            <a:endParaRPr lang="ja-JP" altLang="en-US"/>
          </a:p>
          <a:p>
            <a:r>
              <a:rPr lang="ja-JP" altLang="en-US"/>
              <a:t>### Session 04 — テクスチャと背景表現（Week 4）</a:t>
            </a:r>
          </a:p>
          <a:p>
            <a:r>
              <a:rPr lang="ja-JP" altLang="en-US"/>
              <a:t>- **前提**: マテリアルの基礎理解</a:t>
            </a:r>
          </a:p>
          <a:p>
            <a:r>
              <a:rPr lang="ja-JP" altLang="en-US"/>
              <a:t>- **学習目標**: 画像テクスチャを正しく貼り付け、空間全体の雰囲気を背景で演出できる</a:t>
            </a:r>
          </a:p>
          <a:p>
            <a:r>
              <a:rPr lang="ja-JP" altLang="en-US"/>
              <a:t>- **主なトピック**</a:t>
            </a:r>
          </a:p>
          <a:p>
            <a:r>
              <a:rPr lang="ja-JP" altLang="en-US"/>
              <a:t>  - TextureLoader / 非同期読込とエラー処理</a:t>
            </a:r>
          </a:p>
          <a:p>
            <a:r>
              <a:rPr lang="ja-JP" altLang="en-US"/>
              <a:t>  - UVマッピングの基礎・繰り返し（repeat / wrapS / wrapT）</a:t>
            </a:r>
          </a:p>
          <a:p>
            <a:r>
              <a:rPr lang="ja-JP" altLang="en-US"/>
              <a:t>  - Normal / Roughness / Metalness マップによる質感表現</a:t>
            </a:r>
          </a:p>
          <a:p>
            <a:r>
              <a:rPr lang="ja-JP" altLang="en-US"/>
              <a:t>  - CubeTexture と Environment Map による背景・反射</a:t>
            </a:r>
          </a:p>
          <a:p>
            <a:r>
              <a:rPr lang="ja-JP" altLang="en-US"/>
              <a:t>- **HANDS-ON**: 床にタイル状テクスチャを敷き、CubeTexture で空を表現したミニシーンを作成</a:t>
            </a:r>
          </a:p>
          <a:p>
            <a:endParaRPr lang="ja-JP" altLang="en-US"/>
          </a:p>
          <a:p>
            <a:r>
              <a:rPr lang="ja-JP" altLang="en-US"/>
              <a:t>### Session 05 — カメラ操作とユーザーインタラクション（Week 5）</a:t>
            </a:r>
          </a:p>
          <a:p>
            <a:r>
              <a:rPr lang="ja-JP" altLang="en-US"/>
              <a:t>- **前提**: シーン構築・描画ループの理解</a:t>
            </a:r>
          </a:p>
          <a:p>
            <a:r>
              <a:rPr lang="ja-JP" altLang="en-US"/>
              <a:t>- **学習目標**: ユーザー操作で視点を変えられるシーンを設計し、Rayキャストによる選択を実装できる</a:t>
            </a:r>
          </a:p>
          <a:p>
            <a:r>
              <a:rPr lang="ja-JP" altLang="en-US"/>
              <a:t>- **主なトピック**</a:t>
            </a:r>
          </a:p>
          <a:p>
            <a:r>
              <a:rPr lang="ja-JP" altLang="en-US"/>
              <a:t>  - OrbitControls / 制限角度・ダンピング設定</a:t>
            </a:r>
          </a:p>
          <a:p>
            <a:r>
              <a:rPr lang="ja-JP" altLang="en-US"/>
              <a:t>  - Raycaster でマウスホバー・クリック判定</a:t>
            </a:r>
          </a:p>
          <a:p>
            <a:r>
              <a:rPr lang="ja-JP" altLang="en-US"/>
              <a:t>  - Perspective と Orthographic カメラの使い分け</a:t>
            </a:r>
          </a:p>
          <a:p>
            <a:r>
              <a:rPr lang="ja-JP" altLang="en-US"/>
              <a:t>  - ポインタイベントとタッチ対応</a:t>
            </a:r>
          </a:p>
          <a:p>
            <a:r>
              <a:rPr lang="ja-JP" altLang="en-US"/>
              <a:t>- **HANDS-ON**: 並んだ複数の立方体から、クリックしたものを強調表示するインタラクションを実装</a:t>
            </a:r>
          </a:p>
          <a:p>
            <a:endParaRPr lang="ja-JP" altLang="en-US"/>
          </a:p>
          <a:p>
            <a:r>
              <a:rPr lang="ja-JP" altLang="en-US"/>
              <a:t>### Session 06 — モデル読み込みと外部リソース（Week 6）</a:t>
            </a:r>
          </a:p>
          <a:p>
            <a:r>
              <a:rPr lang="ja-JP" altLang="en-US"/>
              <a:t>- **前提**: マテリアル・テクスチャの理解</a:t>
            </a:r>
          </a:p>
          <a:p>
            <a:r>
              <a:rPr lang="ja-JP" altLang="en-US"/>
              <a:t>- **学習目標**: 外部3DモデルをWebに読み込み、サイズ・位置・マテリアルを調整して表示できる</a:t>
            </a:r>
          </a:p>
          <a:p>
            <a:r>
              <a:rPr lang="ja-JP" altLang="en-US"/>
              <a:t>- **主なトピック**</a:t>
            </a:r>
          </a:p>
          <a:p>
            <a:r>
              <a:rPr lang="ja-JP" altLang="en-US"/>
              <a:t>  - glTF / GLB フォーマットの特徴とライセンス</a:t>
            </a:r>
          </a:p>
          <a:p>
            <a:r>
              <a:rPr lang="ja-JP" altLang="en-US"/>
              <a:t>  - GLTFLoader / DRACOLoader による圧縮モデル対応</a:t>
            </a:r>
          </a:p>
          <a:p>
            <a:r>
              <a:rPr lang="ja-JP" altLang="en-US"/>
              <a:t>  - モデルの中心化・スケール調整・バウンディングボックス</a:t>
            </a:r>
          </a:p>
          <a:p>
            <a:r>
              <a:rPr lang="ja-JP" altLang="en-US"/>
              <a:t>  - 無料モデル配布サイトと最適化の注意点</a:t>
            </a:r>
          </a:p>
          <a:p>
            <a:r>
              <a:rPr lang="ja-JP" altLang="en-US"/>
              <a:t>- **HANDS-ON**: 公開 glTF モデルを読み込み、Raycaster と組み合わせてクリックで色が変わる展示台を作成</a:t>
            </a:r>
          </a:p>
          <a:p>
            <a:endParaRPr lang="ja-JP" altLang="en-US"/>
          </a:p>
          <a:p>
            <a:r>
              <a:rPr lang="ja-JP" altLang="en-US"/>
              <a:t>### Session 07 — アニメーションと動きの演出（Week 7）</a:t>
            </a:r>
          </a:p>
          <a:p>
            <a:r>
              <a:rPr lang="ja-JP" altLang="en-US"/>
              <a:t>- **前提**: シーンの基本構築 / 数学の基礎（三角関数）</a:t>
            </a:r>
          </a:p>
          <a:p>
            <a:r>
              <a:rPr lang="ja-JP" altLang="en-US"/>
              <a:t>- **学習目標**: オブジェクトの動きを設計し、補間ライブラリでなめらかな演出を加えられる</a:t>
            </a:r>
          </a:p>
          <a:p>
            <a:r>
              <a:rPr lang="ja-JP" altLang="en-US"/>
              <a:t>- **主なトピック**</a:t>
            </a:r>
          </a:p>
          <a:p>
            <a:r>
              <a:rPr lang="ja-JP" altLang="en-US"/>
              <a:t>  - AnimationMixer によるモデル組込みアニメーション再生</a:t>
            </a:r>
          </a:p>
          <a:p>
            <a:r>
              <a:rPr lang="ja-JP" altLang="en-US"/>
              <a:t>  - GSAP / tween.js による補間（Easing）の選び方</a:t>
            </a:r>
          </a:p>
          <a:p>
            <a:r>
              <a:rPr lang="ja-JP" altLang="en-US"/>
              <a:t>  - delta time に基づくフレームレート非依存な更新</a:t>
            </a:r>
          </a:p>
          <a:p>
            <a:r>
              <a:rPr lang="ja-JP" altLang="en-US"/>
              <a:t>  - sin / cos を使った周期的なモーション</a:t>
            </a:r>
          </a:p>
          <a:p>
            <a:r>
              <a:rPr lang="ja-JP" altLang="en-US"/>
              <a:t>- **HANDS-ON**: モデルの登場シーンを設計 — フェードイン・スケール変化・カメラワークを組み合わせて演出</a:t>
            </a:r>
          </a:p>
          <a:p>
            <a:endParaRPr lang="ja-JP" altLang="en-US"/>
          </a:p>
          <a:p>
            <a:r>
              <a:rPr lang="ja-JP" altLang="en-US"/>
              <a:t>### Session 08 — ポストプロセスとエフェクト（Week 8）</a:t>
            </a:r>
          </a:p>
          <a:p>
            <a:r>
              <a:rPr lang="ja-JP" altLang="en-US"/>
              <a:t>- **前提**: レンダリングループの理解</a:t>
            </a:r>
          </a:p>
          <a:p>
            <a:r>
              <a:rPr lang="ja-JP" altLang="en-US"/>
              <a:t>- **学習目標**: EffectComposer を使った後処理パイプラインを組み立て、画面全体の質感を底上げできる</a:t>
            </a:r>
          </a:p>
          <a:p>
            <a:r>
              <a:rPr lang="ja-JP" altLang="en-US"/>
              <a:t>- **主なトピック**</a:t>
            </a:r>
          </a:p>
          <a:p>
            <a:r>
              <a:rPr lang="ja-JP" altLang="en-US"/>
              <a:t>  - EffectComposer と Pass の概念 / RenderPass の役割</a:t>
            </a:r>
          </a:p>
          <a:p>
            <a:r>
              <a:rPr lang="ja-JP" altLang="en-US"/>
              <a:t>  - UnrealBloomPass による発光表現</a:t>
            </a:r>
          </a:p>
          <a:p>
            <a:r>
              <a:rPr lang="ja-JP" altLang="en-US"/>
              <a:t>  - FilmPass / GlitchPass / OutlinePass の使い所</a:t>
            </a:r>
          </a:p>
          <a:p>
            <a:r>
              <a:rPr lang="ja-JP" altLang="en-US"/>
              <a:t>  - パフォーマンスとの折り合いの付け方</a:t>
            </a:r>
          </a:p>
          <a:p>
            <a:r>
              <a:rPr lang="ja-JP" altLang="en-US"/>
              <a:t>- **HANDS-ON**: ネオン発光する立方体群に Bloom を適用し、サイバー風のシーンを構築</a:t>
            </a:r>
          </a:p>
          <a:p>
            <a:endParaRPr lang="ja-JP" altLang="en-US"/>
          </a:p>
          <a:p>
            <a:r>
              <a:rPr lang="ja-JP" altLang="en-US"/>
              <a:t>### Session 09 — パフォーマンス最適化（Week 9）</a:t>
            </a:r>
          </a:p>
          <a:p>
            <a:r>
              <a:rPr lang="ja-JP" altLang="en-US"/>
              <a:t>- **前提**: ここまでの作品制作経験</a:t>
            </a:r>
          </a:p>
          <a:p>
            <a:r>
              <a:rPr lang="ja-JP" altLang="en-US"/>
              <a:t>- **学習目標**: FPSが落ちる原因を計測から特定し、ポリゴン・テクスチャ・描画呼び出しを最適化できる</a:t>
            </a:r>
          </a:p>
          <a:p>
            <a:r>
              <a:rPr lang="ja-JP" altLang="en-US"/>
              <a:t>- **主なトピック**</a:t>
            </a:r>
          </a:p>
          <a:p>
            <a:r>
              <a:rPr lang="ja-JP" altLang="en-US"/>
              <a:t>  - stats.js / SpectorJS による FPS・GPU 計測</a:t>
            </a:r>
          </a:p>
          <a:p>
            <a:r>
              <a:rPr lang="ja-JP" altLang="en-US"/>
              <a:t>  - ジオメトリ統合・InstancedMesh によるドローコール削減</a:t>
            </a:r>
          </a:p>
          <a:p>
            <a:r>
              <a:rPr lang="ja-JP" altLang="en-US"/>
              <a:t>  - テクスチャ圧縮・ミップマップ・解像度の選定</a:t>
            </a:r>
          </a:p>
          <a:p>
            <a:r>
              <a:rPr lang="ja-JP" altLang="en-US"/>
              <a:t>  - 視錐台カリングと LOD の考え方</a:t>
            </a:r>
          </a:p>
          <a:p>
            <a:r>
              <a:rPr lang="ja-JP" altLang="en-US"/>
              <a:t>- **HANDS-ON**: 1,000個のオブジェクトを通常Mesh vs InstancedMesh で比較し、FPSの差を計測</a:t>
            </a:r>
          </a:p>
          <a:p>
            <a:endParaRPr lang="ja-JP" altLang="en-US"/>
          </a:p>
          <a:p>
            <a:r>
              <a:rPr lang="ja-JP" altLang="en-US"/>
              <a:t>### Session 10 — 実践プロジェクト（Week 10）</a:t>
            </a:r>
          </a:p>
          <a:p>
            <a:r>
              <a:rPr lang="ja-JP" altLang="en-US"/>
              <a:t>- **前提**: 第1〜9回の総合理解</a:t>
            </a:r>
          </a:p>
          <a:p>
            <a:r>
              <a:rPr lang="ja-JP" altLang="en-US"/>
              <a:t>- **学習目標**: テーマを設定し、自分の作品としてオリジナル3Dシーンを完成・発表できる</a:t>
            </a:r>
          </a:p>
          <a:p>
            <a:r>
              <a:rPr lang="ja-JP" altLang="en-US"/>
              <a:t>- **主なトピック**</a:t>
            </a:r>
          </a:p>
          <a:p>
            <a:r>
              <a:rPr lang="ja-JP" altLang="en-US"/>
              <a:t>  - 企画 → 設計 → 実装 → リファクタの進め方</a:t>
            </a:r>
          </a:p>
          <a:p>
            <a:r>
              <a:rPr lang="ja-JP" altLang="en-US"/>
              <a:t>  - GitHub Pages / Vercel での公開手順</a:t>
            </a:r>
          </a:p>
          <a:p>
            <a:r>
              <a:rPr lang="ja-JP" altLang="en-US"/>
              <a:t>  - コードレビューと相互フィードバック</a:t>
            </a:r>
          </a:p>
          <a:p>
            <a:r>
              <a:rPr lang="ja-JP" altLang="en-US"/>
              <a:t>  - 次の学習ステップ（シェーダ・React Three Fiber）の案内</a:t>
            </a:r>
          </a:p>
          <a:p>
            <a:r>
              <a:rPr lang="ja-JP" altLang="en-US"/>
              <a:t>- **HANDS-ON**: 個人テーマで作品を制作し、最終回の後半で1人5分の作品発表会を実施</a:t>
            </a:r>
          </a:p>
          <a:p>
            <a:endParaRPr lang="ja-JP" altLang="en-US"/>
          </a:p>
          <a:p>
            <a:r>
              <a:rPr lang="ja-JP" altLang="en-US"/>
              <a:t>---</a:t>
            </a:r>
          </a:p>
          <a:p>
            <a:endParaRPr lang="ja-JP" altLang="en-US"/>
          </a:p>
          <a:p>
            <a:r>
              <a:rPr lang="ja-JP" altLang="en-US"/>
              <a:t>## 4. 依頼テンプレート（コピペ用）</a:t>
            </a:r>
          </a:p>
          <a:p>
            <a:endParaRPr lang="ja-JP" altLang="en-US"/>
          </a:p>
          <a:p>
            <a:r>
              <a:rPr lang="ja-JP" altLang="en-US"/>
              <a:t>次回以降は、以下のように依頼するとスムーズです。</a:t>
            </a:r>
          </a:p>
          <a:p>
            <a:endParaRPr lang="ja-JP" altLang="en-US"/>
          </a:p>
          <a:p>
            <a:r>
              <a:rPr lang="ja-JP" altLang="en-US"/>
              <a:t>```</a:t>
            </a:r>
          </a:p>
          <a:p>
            <a:r>
              <a:rPr lang="ja-JP" altLang="en-US"/>
              <a:t>このテンプレート（threejs-course-slide-template.md）のデザイン仕様に沿って、</a:t>
            </a:r>
          </a:p>
          <a:p>
            <a:r>
              <a:rPr lang="ja-JP" altLang="en-US"/>
              <a:t>Session 0X「（タイトル）」の授業用スライドを15〜20枚で作成してください。</a:t>
            </a:r>
          </a:p>
          <a:p>
            <a:r>
              <a:rPr lang="ja-JP" altLang="en-US"/>
              <a:t>「3. 各回コンテンツ構成」の Session 0X の内容を展開し、</a:t>
            </a:r>
          </a:p>
          <a:p>
            <a:r>
              <a:rPr lang="ja-JP" altLang="en-US"/>
              <a:t>コードブロックは Consolas、章扉・まとめには装飾サークルを使ってください。</a:t>
            </a:r>
          </a:p>
          <a:p>
            <a:r>
              <a:rPr lang="ja-JP" altLang="en-US"/>
              <a:t>```</a:t>
            </a:r>
          </a:p>
          <a:p>
            <a:endParaRPr lang="ja-JP" altLang="en-US"/>
          </a:p>
          <a:p>
            <a:r>
              <a:rPr lang="ja-JP" altLang="en-US"/>
              <a:t>---</a:t>
            </a:r>
          </a:p>
          <a:p>
            <a:endParaRPr lang="ja-JP" altLang="en-US"/>
          </a:p>
          <a:p>
            <a:r>
              <a:rPr lang="ja-JP" altLang="en-US"/>
              <a:t>## 5. 制作時のチェックリスト</a:t>
            </a:r>
          </a:p>
          <a:p>
            <a:r>
              <a:rPr lang="ja-JP" altLang="en-US"/>
              <a:t>- [ ] 背景は `#0F172A`、カードは `#1E293B` で統一</a:t>
            </a:r>
          </a:p>
          <a:p>
            <a:r>
              <a:rPr lang="ja-JP" altLang="en-US"/>
              <a:t>- [ ] タイトル上に英字セクションラベルを配置</a:t>
            </a:r>
          </a:p>
          <a:p>
            <a:r>
              <a:rPr lang="ja-JP" altLang="en-US"/>
              <a:t>- [ ] フッター左に講座名、右に `XX / 12`</a:t>
            </a:r>
          </a:p>
          <a:p>
            <a:r>
              <a:rPr lang="ja-JP" altLang="en-US"/>
              <a:t>- [ ] コードブロックは Consolas + ダーク背景</a:t>
            </a:r>
          </a:p>
          <a:p>
            <a:r>
              <a:rPr lang="ja-JP" altLang="en-US"/>
              <a:t>- [ ] HANDS-ON はピンク基調で Step 構成</a:t>
            </a:r>
          </a:p>
          <a:p>
            <a:r>
              <a:rPr lang="ja-JP" altLang="en-US"/>
              <a:t>- [ ] 各スライド最下部の要素とフッターの間に余白（0.15"以上）</a:t>
            </a:r>
          </a:p>
          <a:p>
            <a:r>
              <a:rPr lang="ja-JP" altLang="en-US"/>
              <a:t>- [ ] まとめスライドに次回 SESSION 予告を入れる</a:t>
            </a:r>
          </a:p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EC4899">
              <a:alpha val="8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01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Three.jsの概要と</a:t>
            </a:r>
            <a:endParaRPr lang="en-US" sz="4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開発環境構築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ブラウザで動く3Dグラフィックスの世界へようこそ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1097280" cy="36576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本日のアジェンダ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768096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05840" y="17373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0" y="17190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WebGLとThree.jsの関係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公式ドキュメントの読み方も含めて概要を把握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0" y="17373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697480"/>
            <a:ext cx="768096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1005840" y="27889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45920" y="277063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開発環境の構築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Vite / npm install three / ES Modules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0" y="27889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749040"/>
            <a:ext cx="768096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38404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3E6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645920" y="38221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ハンズオン演習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4206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Viteで青いキャンバスを表示するまで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0" y="38404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解説 60 min → ハンズオン 50 min → 振り返り 10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WebGL とは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288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28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定義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05840" y="23774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ブラウザ上でGPUを使って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2D/3Dグラフィックスを描画する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API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474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OpenGL ES 2.0 ベース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&lt;canvas&gt; 要素で動作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64592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5029200" y="1874520"/>
            <a:ext cx="320040" cy="32004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502920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0" y="1828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プラグイン不要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0" y="2130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モダンブラウザ標準搭載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0" y="2697480"/>
            <a:ext cx="320040" cy="32004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5029200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0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GPU アクセラレーション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0" y="2953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高速な並列描画処理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0" y="3520440"/>
            <a:ext cx="320040" cy="32004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502920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0" y="3474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クロスプラットフォーム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486400" y="37764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PC・スマホ・タブレット対応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Three.js とは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WebGLを簡単に扱うための</a:t>
            </a: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JavaScript ライブラリ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素のWebGL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05840" y="2788920"/>
            <a:ext cx="3108960" cy="18288"/>
          </a:xfrm>
          <a:prstGeom prst="rect">
            <a:avLst/>
          </a:prstGeom>
          <a:solidFill>
            <a:srgbClr val="EC4899">
              <a:alpha val="4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シェーダーを手書き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337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行列計算を自分で実装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数百行で立方体1つ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19456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029200" y="2331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3E6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Three.js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0" y="2788920"/>
            <a:ext cx="3108960" cy="18288"/>
          </a:xfrm>
          <a:prstGeom prst="rect">
            <a:avLst/>
          </a:prstGeom>
          <a:solidFill>
            <a:srgbClr val="A3E635">
              <a:alpha val="4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029200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シーン・カメラ・メッシュの概念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3337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豊富なジオメトリ・マテリアル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数十行で3Dシーン完成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WebGL × Three.js の関係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1645920"/>
            <a:ext cx="640080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64592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3E6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あなたのコード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8912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/ Three.js API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0" y="22402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2423160"/>
            <a:ext cx="640080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64592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Three.js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89120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シーングラフ / レンダラー / ローダー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3017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0" y="3200400"/>
            <a:ext cx="640080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905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164592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WebGL API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89120" y="3246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ブラウザ内蔵 JavaScript 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0" y="37947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0" y="3977640"/>
            <a:ext cx="640080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164592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GPU (ハードウェア)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89120" y="4023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グラフィックスカード / 統合GPU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4709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が WebGL の複雑さを抽象化し、直感的な API を提供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Three.js でできること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7830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3D ビジュアライゼーション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54480" y="21031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データの立体的な可視化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地球儀・建築・分子構造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60020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7830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インタラクティブ Web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577840" y="21031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マウス・タッチで操作できる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没入型ウェブ体験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31520" y="310896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2918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ゲーム &amp; アニメーション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554480" y="36118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ブラウザ上で動く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リアルタイム3Dゲーム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54880" y="310896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29184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7784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プロダクト展示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5577840" y="36118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 サイトの3D商品ビューア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360°回転・拡大縮小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公式ドキュメントの読み方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0020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600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threejs.org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31520" y="2286000"/>
            <a:ext cx="54864" cy="502920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100584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Getting Started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2542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インストール・最初のシーン作成チュートリアル。まずはここから。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2926080"/>
            <a:ext cx="54864" cy="5029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100584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Reference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182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全クラスの詳細仕様。引数・戻り値・サンプルコード付き。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3566160"/>
            <a:ext cx="54864" cy="5029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100584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05840" y="3822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150以上の公式サンプル。ソースコード付きで動作確認可能。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31520" y="4206240"/>
            <a:ext cx="54864" cy="502920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/>
          <p:nvPr/>
        </p:nvSpPr>
        <p:spPr>
          <a:xfrm>
            <a:off x="100584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05840" y="44622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カメラ・ライト・テクスチャなどトピック別の解説ガイド。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457200"/>
            <a:ext cx="4572000" cy="45720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開発環境構築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 Setup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474720"/>
            <a:ext cx="1828800" cy="36576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開発環境の全体像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830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286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 20+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実行環境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74720" y="1600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7830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0" y="2286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npm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65760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パッケージ管理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17920" y="1600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78308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0" y="2286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40080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開発サーバ &amp; ビルド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31520" y="32004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38328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400" y="3886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Code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914400" y="4160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コードエディタ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474720" y="32004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0" y="338328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657600" y="3886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Chrome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3657600" y="4160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WebGL2 対応ブラウザ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217920" y="32004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38328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00800" y="3886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6400800" y="4160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バージョン管理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 &amp; npm の準備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002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3E6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インストール確認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" y="2103120"/>
            <a:ext cx="7680960" cy="1188720"/>
          </a:xfrm>
          <a:prstGeom prst="roundRect">
            <a:avLst>
              <a:gd name="adj" fmla="val 4615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1005840" y="21945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node --version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v20.x.x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npm --version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10.x.x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ポイント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31920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3886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nodejs.org から LTS 版をダウンロード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51960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 (Node Version Manager) での管理を推奨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72000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4526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は Node.js に同梱 ― 別途インストール不要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Vite とは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次世代フロントエンド ビルドツール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645920" y="2240280"/>
            <a:ext cx="548640" cy="548640"/>
          </a:xfrm>
          <a:prstGeom prst="ellipse">
            <a:avLst/>
          </a:prstGeom>
          <a:solidFill>
            <a:srgbClr val="A3E635">
              <a:alpha val="2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6459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3E6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爆速の起動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291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Modules ベースで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バンドル不要の開発サーバ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201168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480560" y="2240280"/>
            <a:ext cx="548640" cy="54864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4805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9476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ホットリロード (HMR)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94760" y="3291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ファイル保存で即座に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ブラウザに反映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201168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7315200" y="2240280"/>
            <a:ext cx="548640" cy="548640"/>
          </a:xfrm>
          <a:prstGeom prst="ellipse">
            <a:avLst/>
          </a:prstGeom>
          <a:solidFill>
            <a:srgbClr val="EC4899">
              <a:alpha val="2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31520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2940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ゼロ設定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3291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設定ファイル不要で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すぐに使える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Webpack と比べて 10～100 倍高速な開発サーバ起動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プロジェクト作成手順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7680960" cy="2926080"/>
          </a:xfrm>
          <a:prstGeom prst="roundRect">
            <a:avLst>
              <a:gd name="adj" fmla="val 1875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05840" y="1737360"/>
            <a:ext cx="7132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Viteプロジェクトを作成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create vite@latest my-threejs-app -- --template vanilla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ディレクトリに移動        # 3. 依存関係をインストール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my-threejs-app             $ npm install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開発サーバを起動
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run dev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Three.js のインストール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640080"/>
          </a:xfrm>
          <a:prstGeom prst="roundRect">
            <a:avLst>
              <a:gd name="adj" fmla="val 8571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05840" y="16002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three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何が起きるか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3464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package.json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474720" y="2788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に "three" が追加される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9184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node_modules/three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474720" y="3246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のソースコードがダウンロードされる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4904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package-lock.json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474720" y="3703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依存関係のバージョンが固定される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31520" y="4160520"/>
            <a:ext cx="7680960" cy="4114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2"/>
          <p:cNvSpPr/>
          <p:nvPr/>
        </p:nvSpPr>
        <p:spPr>
          <a:xfrm>
            <a:off x="1005840" y="42062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💡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(importmap) でも利用可能だが、本講座では npm + Vite を推奨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 Modules でのインポート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2011680"/>
          </a:xfrm>
          <a:prstGeom prst="roundRect">
            <a:avLst>
              <a:gd name="adj" fmla="val 2727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0584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main.js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7132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Three.js 本体
</a:t>
            </a:r>
            <a:r>
              <a:rPr lang="en-US" sz="12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r>
              <a:rPr lang="en-US" sz="12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THREE </a:t>
            </a:r>
            <a:r>
              <a:rPr lang="en-US" sz="12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'three'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個別クラスのインポート
</a:t>
            </a:r>
            <a:r>
              <a:rPr lang="en-US" sz="12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Scene, PerspectiveCamera, WebGLRenderer } </a:t>
            </a:r>
            <a:r>
              <a:rPr lang="en-US" sz="12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'three'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アドオン (例: OrbitControls)
</a:t>
            </a:r>
            <a:r>
              <a:rPr lang="en-US" sz="12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OrbitControls } </a:t>
            </a:r>
            <a:r>
              <a:rPr lang="en-US" sz="12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'three/addons/controls/OrbitControls.js'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ポイント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77640"/>
            <a:ext cx="164592" cy="164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export 構文 = ES Modules（ブラウザネイティブ対応）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51960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が自動的にモジュール解決 &amp; バンドル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26280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addons/ 以下にOrbitControlsなど拡張機能が格納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最小コード構成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200400" cy="3017520"/>
          </a:xfrm>
          <a:prstGeom prst="roundRect">
            <a:avLst>
              <a:gd name="adj" fmla="val 2424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6012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ファイル構成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my-threejs-app/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index.html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main.js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style.css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package.json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node_modules/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three/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554480"/>
            <a:ext cx="4114800" cy="3017520"/>
          </a:xfrm>
          <a:prstGeom prst="roundRect">
            <a:avLst>
              <a:gd name="adj" fmla="val 2424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52628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各ファイルの役割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628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23591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&lt;canvas&gt; を含む HTML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のエントリポイント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main.js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26280" y="32278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のシーン構築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レンダリングループ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26280" y="409651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の全画面表示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margin/padding リセット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ブラウザ DevTools で WebGL 確認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256032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60120" y="1783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Console タブ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2860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のバージョン確認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console.log(THREE.REVISION)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155448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566160" y="1554480"/>
            <a:ext cx="256032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794760" y="1783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WebGL コンテキスト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94760" y="22860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canvas.getContext('webgl2')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が null でないことを確認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55448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6400800" y="1554480"/>
            <a:ext cx="2560320" cy="54864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629400" y="1783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タブ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29400" y="22860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の計測・ボトルネック発見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タスクの可視化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297680"/>
            <a:ext cx="7680960" cy="4572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4343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ショートカット:  </a:t>
            </a: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F12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  </a:t>
            </a: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+ Option + I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(Mac)  /  </a:t>
            </a: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Shift + I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(Win)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 HANDS-ON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Viteで青いキャンバスを表示しよう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91640" y="17099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Vite プロジェクトを新規作成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91640" y="19476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create vite@latest → vanilla テンプレート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91640" y="230428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Three.js をインストール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2542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three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88036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914400" y="29260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91640" y="28986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index.html を編集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91640" y="31363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&lt;canvas id="c"&gt; を配置、style.css で全画面化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47472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914400" y="35204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91640" y="34930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main.js でシーンを構築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91640" y="37307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 → Camera → Renderer → 背景色を青に設定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406908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914400" y="41148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91640" y="40873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ブラウザで確認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91640" y="432511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 → localhost:5173 で青いキャンバスが表示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4434840"/>
            <a:ext cx="7680960" cy="365760"/>
          </a:xfrm>
          <a:prstGeom prst="roundRect">
            <a:avLst>
              <a:gd name="adj" fmla="val 15000"/>
            </a:avLst>
          </a:prstGeom>
          <a:solidFill>
            <a:srgbClr val="EC4899">
              <a:alpha val="1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1005840" y="44348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ゴール: 青い背景の &lt;canvas&gt; がブラウザ全画面に表示される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0"/>
            <a:ext cx="4114800" cy="4114800"/>
          </a:xfrm>
          <a:prstGeom prst="ellipse">
            <a:avLst/>
          </a:prstGeom>
          <a:solidFill>
            <a:srgbClr val="A3E635">
              <a:alpha val="8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まとめ &amp; 次回予告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今日のまとめ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65960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920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WebGL は GPU を使ったブラウザ描画 API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2286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は WebGL の抽象化ライブラリ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97480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2651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npm で開発環境を構築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63240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3017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Modules で Three.js をインポート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731520" y="3566160"/>
            <a:ext cx="768096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9"/>
          <p:cNvSpPr/>
          <p:nvPr/>
        </p:nvSpPr>
        <p:spPr>
          <a:xfrm>
            <a:off x="100584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次回: SESSION 02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1005840" y="4023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基本構造と最初の3Dシーン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100584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/ Camera / Renderer の三要素を理解し、回転する立方体を表示します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73152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3047</Words>
  <Application>Microsoft Office PowerPoint</Application>
  <PresentationFormat>画面に合わせる (16:9)</PresentationFormat>
  <Paragraphs>460</Paragraphs>
  <Slides>18</Slides>
  <Notes>18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Trebuchet MS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NH-STAFF 高橋真広</cp:lastModifiedBy>
  <cp:revision>1</cp:revision>
  <dcterms:created xsi:type="dcterms:W3CDTF">2026-05-30T09:11:35Z</dcterms:created>
  <dcterms:modified xsi:type="dcterms:W3CDTF">2026-05-30T13:22:17Z</dcterms:modified>
</cp:coreProperties>
</file>