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123" d="100"/>
          <a:sy n="123" d="100"/>
        </p:scale>
        <p:origin x="102"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STAFF 高橋真広" userId="60c902bb-f64f-40cf-869e-8386dac879fa" providerId="ADAL" clId="{ABF8F32A-0E29-455D-BF0E-64EA0687DC42}"/>
    <pc:docChg chg="custSel modSld">
      <pc:chgData name="NH-STAFF 高橋真広" userId="60c902bb-f64f-40cf-869e-8386dac879fa" providerId="ADAL" clId="{ABF8F32A-0E29-455D-BF0E-64EA0687DC42}" dt="2026-05-31T10:06:39.693" v="1" actId="26606"/>
      <pc:docMkLst>
        <pc:docMk/>
      </pc:docMkLst>
      <pc:sldChg chg="modSp mod">
        <pc:chgData name="NH-STAFF 高橋真広" userId="60c902bb-f64f-40cf-869e-8386dac879fa" providerId="ADAL" clId="{ABF8F32A-0E29-455D-BF0E-64EA0687DC42}" dt="2026-05-31T08:54:29.448" v="0" actId="26606"/>
        <pc:sldMkLst>
          <pc:docMk/>
          <pc:sldMk cId="0" sldId="256"/>
        </pc:sldMkLst>
        <pc:spChg chg="mod">
          <ac:chgData name="NH-STAFF 高橋真広" userId="60c902bb-f64f-40cf-869e-8386dac879fa" providerId="ADAL" clId="{ABF8F32A-0E29-455D-BF0E-64EA0687DC42}" dt="2026-05-31T08:54:29.448" v="0" actId="26606"/>
          <ac:spMkLst>
            <pc:docMk/>
            <pc:sldMk cId="0" sldId="256"/>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56"/>
            <ac:spMk id="5" creationId="{00000000-0000-0000-0000-000000000000}"/>
          </ac:spMkLst>
        </pc:spChg>
        <pc:spChg chg="mod">
          <ac:chgData name="NH-STAFF 高橋真広" userId="60c902bb-f64f-40cf-869e-8386dac879fa" providerId="ADAL" clId="{ABF8F32A-0E29-455D-BF0E-64EA0687DC42}" dt="2026-05-31T08:54:29.448" v="0" actId="26606"/>
          <ac:spMkLst>
            <pc:docMk/>
            <pc:sldMk cId="0" sldId="256"/>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56"/>
            <ac:spMk id="8"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57"/>
        </pc:sldMkLst>
        <pc:spChg chg="mod">
          <ac:chgData name="NH-STAFF 高橋真広" userId="60c902bb-f64f-40cf-869e-8386dac879fa" providerId="ADAL" clId="{ABF8F32A-0E29-455D-BF0E-64EA0687DC42}" dt="2026-05-31T08:54:29.448" v="0" actId="26606"/>
          <ac:spMkLst>
            <pc:docMk/>
            <pc:sldMk cId="0" sldId="257"/>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57"/>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57"/>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57"/>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57"/>
            <ac:spMk id="17"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58"/>
        </pc:sldMkLst>
        <pc:spChg chg="mod">
          <ac:chgData name="NH-STAFF 高橋真広" userId="60c902bb-f64f-40cf-869e-8386dac879fa" providerId="ADAL" clId="{ABF8F32A-0E29-455D-BF0E-64EA0687DC42}" dt="2026-05-31T08:54:29.448" v="0" actId="26606"/>
          <ac:spMkLst>
            <pc:docMk/>
            <pc:sldMk cId="0" sldId="258"/>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10"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17"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18" creationId="{00000000-0000-0000-0000-000000000000}"/>
          </ac:spMkLst>
        </pc:spChg>
        <pc:spChg chg="mod">
          <ac:chgData name="NH-STAFF 高橋真広" userId="60c902bb-f64f-40cf-869e-8386dac879fa" providerId="ADAL" clId="{ABF8F32A-0E29-455D-BF0E-64EA0687DC42}" dt="2026-05-31T08:54:29.448" v="0" actId="26606"/>
          <ac:spMkLst>
            <pc:docMk/>
            <pc:sldMk cId="0" sldId="258"/>
            <ac:spMk id="19"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59"/>
        </pc:sldMkLst>
        <pc:spChg chg="mod">
          <ac:chgData name="NH-STAFF 高橋真広" userId="60c902bb-f64f-40cf-869e-8386dac879fa" providerId="ADAL" clId="{ABF8F32A-0E29-455D-BF0E-64EA0687DC42}" dt="2026-05-31T08:54:29.448" v="0" actId="26606"/>
          <ac:spMkLst>
            <pc:docMk/>
            <pc:sldMk cId="0" sldId="259"/>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14"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15"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19"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20"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21" creationId="{00000000-0000-0000-0000-000000000000}"/>
          </ac:spMkLst>
        </pc:spChg>
        <pc:spChg chg="mod">
          <ac:chgData name="NH-STAFF 高橋真広" userId="60c902bb-f64f-40cf-869e-8386dac879fa" providerId="ADAL" clId="{ABF8F32A-0E29-455D-BF0E-64EA0687DC42}" dt="2026-05-31T08:54:29.448" v="0" actId="26606"/>
          <ac:spMkLst>
            <pc:docMk/>
            <pc:sldMk cId="0" sldId="259"/>
            <ac:spMk id="22"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0"/>
        </pc:sldMkLst>
        <pc:spChg chg="mod">
          <ac:chgData name="NH-STAFF 高橋真広" userId="60c902bb-f64f-40cf-869e-8386dac879fa" providerId="ADAL" clId="{ABF8F32A-0E29-455D-BF0E-64EA0687DC42}" dt="2026-05-31T08:54:29.448" v="0" actId="26606"/>
          <ac:spMkLst>
            <pc:docMk/>
            <pc:sldMk cId="0" sldId="260"/>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14" creationId="{00000000-0000-0000-0000-000000000000}"/>
          </ac:spMkLst>
        </pc:spChg>
        <pc:spChg chg="mod">
          <ac:chgData name="NH-STAFF 高橋真広" userId="60c902bb-f64f-40cf-869e-8386dac879fa" providerId="ADAL" clId="{ABF8F32A-0E29-455D-BF0E-64EA0687DC42}" dt="2026-05-31T08:54:29.448" v="0" actId="26606"/>
          <ac:spMkLst>
            <pc:docMk/>
            <pc:sldMk cId="0" sldId="260"/>
            <ac:spMk id="15"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1"/>
        </pc:sldMkLst>
        <pc:spChg chg="mod">
          <ac:chgData name="NH-STAFF 高橋真広" userId="60c902bb-f64f-40cf-869e-8386dac879fa" providerId="ADAL" clId="{ABF8F32A-0E29-455D-BF0E-64EA0687DC42}" dt="2026-05-31T08:54:29.448" v="0" actId="26606"/>
          <ac:spMkLst>
            <pc:docMk/>
            <pc:sldMk cId="0" sldId="261"/>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13"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17"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18"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20" creationId="{00000000-0000-0000-0000-000000000000}"/>
          </ac:spMkLst>
        </pc:spChg>
        <pc:spChg chg="mod">
          <ac:chgData name="NH-STAFF 高橋真広" userId="60c902bb-f64f-40cf-869e-8386dac879fa" providerId="ADAL" clId="{ABF8F32A-0E29-455D-BF0E-64EA0687DC42}" dt="2026-05-31T08:54:29.448" v="0" actId="26606"/>
          <ac:spMkLst>
            <pc:docMk/>
            <pc:sldMk cId="0" sldId="261"/>
            <ac:spMk id="21"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2"/>
        </pc:sldMkLst>
        <pc:spChg chg="mod">
          <ac:chgData name="NH-STAFF 高橋真広" userId="60c902bb-f64f-40cf-869e-8386dac879fa" providerId="ADAL" clId="{ABF8F32A-0E29-455D-BF0E-64EA0687DC42}" dt="2026-05-31T08:54:29.448" v="0" actId="26606"/>
          <ac:spMkLst>
            <pc:docMk/>
            <pc:sldMk cId="0" sldId="262"/>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14" creationId="{00000000-0000-0000-0000-000000000000}"/>
          </ac:spMkLst>
        </pc:spChg>
        <pc:spChg chg="mod">
          <ac:chgData name="NH-STAFF 高橋真広" userId="60c902bb-f64f-40cf-869e-8386dac879fa" providerId="ADAL" clId="{ABF8F32A-0E29-455D-BF0E-64EA0687DC42}" dt="2026-05-31T08:54:29.448" v="0" actId="26606"/>
          <ac:spMkLst>
            <pc:docMk/>
            <pc:sldMk cId="0" sldId="262"/>
            <ac:spMk id="15"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3"/>
        </pc:sldMkLst>
        <pc:spChg chg="mod">
          <ac:chgData name="NH-STAFF 高橋真広" userId="60c902bb-f64f-40cf-869e-8386dac879fa" providerId="ADAL" clId="{ABF8F32A-0E29-455D-BF0E-64EA0687DC42}" dt="2026-05-31T08:54:29.448" v="0" actId="26606"/>
          <ac:spMkLst>
            <pc:docMk/>
            <pc:sldMk cId="0" sldId="263"/>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63"/>
            <ac:spMk id="5"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4"/>
        </pc:sldMkLst>
        <pc:spChg chg="mod">
          <ac:chgData name="NH-STAFF 高橋真広" userId="60c902bb-f64f-40cf-869e-8386dac879fa" providerId="ADAL" clId="{ABF8F32A-0E29-455D-BF0E-64EA0687DC42}" dt="2026-05-31T08:54:29.448" v="0" actId="26606"/>
          <ac:spMkLst>
            <pc:docMk/>
            <pc:sldMk cId="0" sldId="264"/>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13"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18"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19" creationId="{00000000-0000-0000-0000-000000000000}"/>
          </ac:spMkLst>
        </pc:spChg>
        <pc:spChg chg="mod">
          <ac:chgData name="NH-STAFF 高橋真広" userId="60c902bb-f64f-40cf-869e-8386dac879fa" providerId="ADAL" clId="{ABF8F32A-0E29-455D-BF0E-64EA0687DC42}" dt="2026-05-31T08:54:29.448" v="0" actId="26606"/>
          <ac:spMkLst>
            <pc:docMk/>
            <pc:sldMk cId="0" sldId="264"/>
            <ac:spMk id="22"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5"/>
        </pc:sldMkLst>
        <pc:spChg chg="mod">
          <ac:chgData name="NH-STAFF 高橋真広" userId="60c902bb-f64f-40cf-869e-8386dac879fa" providerId="ADAL" clId="{ABF8F32A-0E29-455D-BF0E-64EA0687DC42}" dt="2026-05-31T08:54:29.448" v="0" actId="26606"/>
          <ac:spMkLst>
            <pc:docMk/>
            <pc:sldMk cId="0" sldId="265"/>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13"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17"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21"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23"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28" creationId="{00000000-0000-0000-0000-000000000000}"/>
          </ac:spMkLst>
        </pc:spChg>
        <pc:spChg chg="mod">
          <ac:chgData name="NH-STAFF 高橋真広" userId="60c902bb-f64f-40cf-869e-8386dac879fa" providerId="ADAL" clId="{ABF8F32A-0E29-455D-BF0E-64EA0687DC42}" dt="2026-05-31T08:54:29.448" v="0" actId="26606"/>
          <ac:spMkLst>
            <pc:docMk/>
            <pc:sldMk cId="0" sldId="265"/>
            <ac:spMk id="33"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6"/>
        </pc:sldMkLst>
        <pc:spChg chg="mod">
          <ac:chgData name="NH-STAFF 高橋真広" userId="60c902bb-f64f-40cf-869e-8386dac879fa" providerId="ADAL" clId="{ABF8F32A-0E29-455D-BF0E-64EA0687DC42}" dt="2026-05-31T08:54:29.448" v="0" actId="26606"/>
          <ac:spMkLst>
            <pc:docMk/>
            <pc:sldMk cId="0" sldId="266"/>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66"/>
            <ac:spMk id="18"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7"/>
        </pc:sldMkLst>
        <pc:spChg chg="mod">
          <ac:chgData name="NH-STAFF 高橋真広" userId="60c902bb-f64f-40cf-869e-8386dac879fa" providerId="ADAL" clId="{ABF8F32A-0E29-455D-BF0E-64EA0687DC42}" dt="2026-05-31T08:54:29.448" v="0" actId="26606"/>
          <ac:spMkLst>
            <pc:docMk/>
            <pc:sldMk cId="0" sldId="267"/>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7"/>
            <ac:spMk id="5"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8"/>
        </pc:sldMkLst>
        <pc:spChg chg="mod">
          <ac:chgData name="NH-STAFF 高橋真広" userId="60c902bb-f64f-40cf-869e-8386dac879fa" providerId="ADAL" clId="{ABF8F32A-0E29-455D-BF0E-64EA0687DC42}" dt="2026-05-31T08:54:29.448" v="0" actId="26606"/>
          <ac:spMkLst>
            <pc:docMk/>
            <pc:sldMk cId="0" sldId="268"/>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13"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17"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18"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22"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23" creationId="{00000000-0000-0000-0000-000000000000}"/>
          </ac:spMkLst>
        </pc:spChg>
        <pc:spChg chg="mod">
          <ac:chgData name="NH-STAFF 高橋真広" userId="60c902bb-f64f-40cf-869e-8386dac879fa" providerId="ADAL" clId="{ABF8F32A-0E29-455D-BF0E-64EA0687DC42}" dt="2026-05-31T08:54:29.448" v="0" actId="26606"/>
          <ac:spMkLst>
            <pc:docMk/>
            <pc:sldMk cId="0" sldId="268"/>
            <ac:spMk id="24"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69"/>
        </pc:sldMkLst>
        <pc:spChg chg="mod">
          <ac:chgData name="NH-STAFF 高橋真広" userId="60c902bb-f64f-40cf-869e-8386dac879fa" providerId="ADAL" clId="{ABF8F32A-0E29-455D-BF0E-64EA0687DC42}" dt="2026-05-31T08:54:29.448" v="0" actId="26606"/>
          <ac:spMkLst>
            <pc:docMk/>
            <pc:sldMk cId="0" sldId="269"/>
            <ac:spMk id="2"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69"/>
            <ac:spMk id="12"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70"/>
        </pc:sldMkLst>
        <pc:spChg chg="mod">
          <ac:chgData name="NH-STAFF 高橋真広" userId="60c902bb-f64f-40cf-869e-8386dac879fa" providerId="ADAL" clId="{ABF8F32A-0E29-455D-BF0E-64EA0687DC42}" dt="2026-05-31T08:54:29.448" v="0" actId="26606"/>
          <ac:spMkLst>
            <pc:docMk/>
            <pc:sldMk cId="0" sldId="270"/>
            <ac:spMk id="2" creationId="{00000000-0000-0000-0000-000000000000}"/>
          </ac:spMkLst>
        </pc:spChg>
        <pc:spChg chg="mod">
          <ac:chgData name="NH-STAFF 高橋真広" userId="60c902bb-f64f-40cf-869e-8386dac879fa" providerId="ADAL" clId="{ABF8F32A-0E29-455D-BF0E-64EA0687DC42}" dt="2026-05-31T08:54:29.448" v="0" actId="26606"/>
          <ac:spMkLst>
            <pc:docMk/>
            <pc:sldMk cId="0" sldId="270"/>
            <ac:spMk id="3" creationId="{00000000-0000-0000-0000-000000000000}"/>
          </ac:spMkLst>
        </pc:spChg>
        <pc:spChg chg="mod">
          <ac:chgData name="NH-STAFF 高橋真広" userId="60c902bb-f64f-40cf-869e-8386dac879fa" providerId="ADAL" clId="{ABF8F32A-0E29-455D-BF0E-64EA0687DC42}" dt="2026-05-31T08:54:29.448" v="0" actId="26606"/>
          <ac:spMkLst>
            <pc:docMk/>
            <pc:sldMk cId="0" sldId="270"/>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70"/>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70"/>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70"/>
            <ac:spMk id="10"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71"/>
        </pc:sldMkLst>
        <pc:spChg chg="mod">
          <ac:chgData name="NH-STAFF 高橋真広" userId="60c902bb-f64f-40cf-869e-8386dac879fa" providerId="ADAL" clId="{ABF8F32A-0E29-455D-BF0E-64EA0687DC42}" dt="2026-05-31T08:54:29.448" v="0" actId="26606"/>
          <ac:spMkLst>
            <pc:docMk/>
            <pc:sldMk cId="0" sldId="271"/>
            <ac:spMk id="6"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10"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14"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15"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18" creationId="{00000000-0000-0000-0000-000000000000}"/>
          </ac:spMkLst>
        </pc:spChg>
        <pc:spChg chg="mod">
          <ac:chgData name="NH-STAFF 高橋真広" userId="60c902bb-f64f-40cf-869e-8386dac879fa" providerId="ADAL" clId="{ABF8F32A-0E29-455D-BF0E-64EA0687DC42}" dt="2026-05-31T08:54:29.448" v="0" actId="26606"/>
          <ac:spMkLst>
            <pc:docMk/>
            <pc:sldMk cId="0" sldId="271"/>
            <ac:spMk id="19" creationId="{00000000-0000-0000-0000-000000000000}"/>
          </ac:spMkLst>
        </pc:spChg>
      </pc:sldChg>
      <pc:sldChg chg="modSp mod">
        <pc:chgData name="NH-STAFF 高橋真広" userId="60c902bb-f64f-40cf-869e-8386dac879fa" providerId="ADAL" clId="{ABF8F32A-0E29-455D-BF0E-64EA0687DC42}" dt="2026-05-31T08:54:29.448" v="0" actId="26606"/>
        <pc:sldMkLst>
          <pc:docMk/>
          <pc:sldMk cId="0" sldId="272"/>
        </pc:sldMkLst>
        <pc:spChg chg="mod">
          <ac:chgData name="NH-STAFF 高橋真広" userId="60c902bb-f64f-40cf-869e-8386dac879fa" providerId="ADAL" clId="{ABF8F32A-0E29-455D-BF0E-64EA0687DC42}" dt="2026-05-31T08:54:29.448" v="0" actId="26606"/>
          <ac:spMkLst>
            <pc:docMk/>
            <pc:sldMk cId="0" sldId="272"/>
            <ac:spMk id="4"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8"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12"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19"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20"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24" creationId="{00000000-0000-0000-0000-000000000000}"/>
          </ac:spMkLst>
        </pc:spChg>
        <pc:spChg chg="mod">
          <ac:chgData name="NH-STAFF 高橋真広" userId="60c902bb-f64f-40cf-869e-8386dac879fa" providerId="ADAL" clId="{ABF8F32A-0E29-455D-BF0E-64EA0687DC42}" dt="2026-05-31T08:54:29.448" v="0" actId="26606"/>
          <ac:spMkLst>
            <pc:docMk/>
            <pc:sldMk cId="0" sldId="272"/>
            <ac:spMk id="26" creationId="{00000000-0000-0000-0000-000000000000}"/>
          </ac:spMkLst>
        </pc:spChg>
      </pc:sldChg>
      <pc:sldChg chg="modSp mod modNotes">
        <pc:chgData name="NH-STAFF 高橋真広" userId="60c902bb-f64f-40cf-869e-8386dac879fa" providerId="ADAL" clId="{ABF8F32A-0E29-455D-BF0E-64EA0687DC42}" dt="2026-05-31T10:06:39.693" v="1" actId="26606"/>
        <pc:sldMkLst>
          <pc:docMk/>
          <pc:sldMk cId="0" sldId="273"/>
        </pc:sldMkLst>
        <pc:spChg chg="mod">
          <ac:chgData name="NH-STAFF 高橋真広" userId="60c902bb-f64f-40cf-869e-8386dac879fa" providerId="ADAL" clId="{ABF8F32A-0E29-455D-BF0E-64EA0687DC42}" dt="2026-05-31T08:54:29.448" v="0" actId="26606"/>
          <ac:spMkLst>
            <pc:docMk/>
            <pc:sldMk cId="0" sldId="273"/>
            <ac:spMk id="7" creationId="{00000000-0000-0000-0000-000000000000}"/>
          </ac:spMkLst>
        </pc:spChg>
        <pc:spChg chg="mod">
          <ac:chgData name="NH-STAFF 高橋真広" userId="60c902bb-f64f-40cf-869e-8386dac879fa" providerId="ADAL" clId="{ABF8F32A-0E29-455D-BF0E-64EA0687DC42}" dt="2026-05-31T08:54:29.448" v="0" actId="26606"/>
          <ac:spMkLst>
            <pc:docMk/>
            <pc:sldMk cId="0" sldId="273"/>
            <ac:spMk id="9" creationId="{00000000-0000-0000-0000-000000000000}"/>
          </ac:spMkLst>
        </pc:spChg>
        <pc:spChg chg="mod">
          <ac:chgData name="NH-STAFF 高橋真広" userId="60c902bb-f64f-40cf-869e-8386dac879fa" providerId="ADAL" clId="{ABF8F32A-0E29-455D-BF0E-64EA0687DC42}" dt="2026-05-31T08:54:29.448" v="0" actId="26606"/>
          <ac:spMkLst>
            <pc:docMk/>
            <pc:sldMk cId="0" sldId="273"/>
            <ac:spMk id="11" creationId="{00000000-0000-0000-0000-000000000000}"/>
          </ac:spMkLst>
        </pc:spChg>
        <pc:spChg chg="mod">
          <ac:chgData name="NH-STAFF 高橋真広" userId="60c902bb-f64f-40cf-869e-8386dac879fa" providerId="ADAL" clId="{ABF8F32A-0E29-455D-BF0E-64EA0687DC42}" dt="2026-05-31T08:54:29.448" v="0" actId="26606"/>
          <ac:spMkLst>
            <pc:docMk/>
            <pc:sldMk cId="0" sldId="273"/>
            <ac:spMk id="13" creationId="{00000000-0000-0000-0000-000000000000}"/>
          </ac:spMkLst>
        </pc:spChg>
        <pc:spChg chg="mod">
          <ac:chgData name="NH-STAFF 高橋真広" userId="60c902bb-f64f-40cf-869e-8386dac879fa" providerId="ADAL" clId="{ABF8F32A-0E29-455D-BF0E-64EA0687DC42}" dt="2026-05-31T08:54:29.448" v="0" actId="26606"/>
          <ac:spMkLst>
            <pc:docMk/>
            <pc:sldMk cId="0" sldId="273"/>
            <ac:spMk id="15" creationId="{00000000-0000-0000-0000-000000000000}"/>
          </ac:spMkLst>
        </pc:spChg>
        <pc:spChg chg="mod">
          <ac:chgData name="NH-STAFF 高橋真広" userId="60c902bb-f64f-40cf-869e-8386dac879fa" providerId="ADAL" clId="{ABF8F32A-0E29-455D-BF0E-64EA0687DC42}" dt="2026-05-31T08:54:29.448" v="0" actId="26606"/>
          <ac:spMkLst>
            <pc:docMk/>
            <pc:sldMk cId="0" sldId="273"/>
            <ac:spMk id="16" creationId="{00000000-0000-0000-0000-000000000000}"/>
          </ac:spMkLst>
        </pc:spChg>
        <pc:spChg chg="mod">
          <ac:chgData name="NH-STAFF 高橋真広" userId="60c902bb-f64f-40cf-869e-8386dac879fa" providerId="ADAL" clId="{ABF8F32A-0E29-455D-BF0E-64EA0687DC42}" dt="2026-05-31T08:54:29.448" v="0" actId="26606"/>
          <ac:spMkLst>
            <pc:docMk/>
            <pc:sldMk cId="0" sldId="273"/>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8599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ja-JP" altLang="en-US" b="1"/>
              <a:t>【次回 SESSION 04 制作引継ぎメモ】</a:t>
            </a:r>
          </a:p>
          <a:p>
            <a:endParaRPr lang="ja-JP" altLang="en-US"/>
          </a:p>
          <a:p>
            <a:r>
              <a:rPr lang="ja-JP" altLang="en-US" b="1"/>
              <a:t>■ テーマ</a:t>
            </a:r>
          </a:p>
          <a:p>
            <a:r>
              <a:rPr lang="ja-JP" altLang="en-US"/>
              <a:t>テクスチャの貼り付け。画像テクスチャでオブジェクトに模様や質感を与える方法を学ぶ回。</a:t>
            </a:r>
          </a:p>
          <a:p>
            <a:r>
              <a:rPr lang="ja-JP" altLang="en-US"/>
              <a:t>位置づけ: Week 4 / 2 hours / ヘッダー表記は「SESSION 04 / 10」（全10回中の通し番号）。</a:t>
            </a:r>
          </a:p>
          <a:p>
            <a:endParaRPr lang="ja-JP" altLang="en-US"/>
          </a:p>
          <a:p>
            <a:r>
              <a:rPr lang="ja-JP" altLang="en-US" b="1"/>
              <a:t>■ 前提（第3回までの到達点）</a:t>
            </a:r>
          </a:p>
          <a:p>
            <a:r>
              <a:rPr lang="ja-JP" altLang="en-US"/>
              <a:t>・Scene / Camera / Renderer、回転する立方体、ライティング（Standard 材質）、3点照明、影まで実装済み。</a:t>
            </a:r>
          </a:p>
          <a:p>
            <a:r>
              <a:rPr lang="ja-JP" altLang="en-US"/>
              <a:t>・今回はその立方体に画像テクスチャを貼る流れにつなげると自然。</a:t>
            </a:r>
          </a:p>
          <a:p>
            <a:endParaRPr lang="ja-JP" altLang="en-US"/>
          </a:p>
          <a:p>
            <a:r>
              <a:rPr lang="ja-JP" altLang="en-US" b="1"/>
              <a:t>■ 扱う内容の候補</a:t>
            </a:r>
          </a:p>
          <a:p>
            <a:r>
              <a:rPr lang="ja-JP" altLang="en-US"/>
              <a:t>・TextureLoader による画像読み込み（load とコールバック、読み込み完了の扱い）。</a:t>
            </a:r>
          </a:p>
          <a:p>
            <a:r>
              <a:rPr lang="ja-JP" altLang="en-US"/>
              <a:t>・map（カラーマップ）への適用と、色空間の注意（colorSpace = SRGBColorSpace）。</a:t>
            </a:r>
          </a:p>
          <a:p>
            <a:r>
              <a:rPr lang="ja-JP" altLang="en-US"/>
              <a:t>・UV 座標と繰り返し（wrapS / wrapT, repeat.set）。</a:t>
            </a:r>
          </a:p>
          <a:p>
            <a:r>
              <a:rPr lang="ja-JP" altLang="en-US"/>
              <a:t>・各種マップ: map / normalMap / roughnessMap / aoMap / emissiveMap の役割。</a:t>
            </a:r>
          </a:p>
          <a:p>
            <a:r>
              <a:rPr lang="ja-JP" altLang="en-US"/>
              <a:t>・ミップマップとフィルタリング（minFilter / magFilter）。</a:t>
            </a:r>
          </a:p>
          <a:p>
            <a:r>
              <a:rPr lang="ja-JP" altLang="en-US"/>
              <a:t>・ハンズオン案: 前回の立方体に木目やレンガなどのテクスチャを貼って質感を確認。</a:t>
            </a:r>
          </a:p>
          <a:p>
            <a:endParaRPr lang="ja-JP" altLang="en-US"/>
          </a:p>
          <a:p>
            <a:r>
              <a:rPr lang="ja-JP" altLang="en-US" b="1"/>
              <a:t>■ 構成テンプレート（第2・3回を踏襲）</a:t>
            </a:r>
          </a:p>
          <a:p>
            <a:r>
              <a:rPr lang="ja-JP" altLang="en-US"/>
              <a:t>・全18枚。Title → Agenda → Prerequisite → Overview → Element 01-03 → Part 02 区切り → Concept → 一覧グリッド → Material 比較 → Code → Flow → Technique → 応用 → Debug → Hands-on → Wrap up。</a:t>
            </a:r>
          </a:p>
          <a:p>
            <a:r>
              <a:rPr lang="ja-JP" altLang="en-US"/>
              <a:t>・配色: 背景 濃紺 0F172A、アクセントは シアン 22D3EE / ライム A3E635 / ピンク EC4899。</a:t>
            </a:r>
          </a:p>
          <a:p>
            <a:r>
              <a:rPr lang="ja-JP" altLang="en-US"/>
              <a:t>・フッターは「Three.js × WebGL 実践講座」と「NN / 12」（テンプレート既定のまま据え置き）。</a:t>
            </a:r>
          </a:p>
          <a:p>
            <a:r>
              <a:rPr lang="ja-JP" altLang="en-US"/>
              <a:t>・コードは1行=1段落で記述。長い行は折り返さず、コードボックスの横幅に収める。</a:t>
            </a:r>
          </a:p>
          <a:p>
            <a:endParaRPr lang="ja-JP" altLang="en-US"/>
          </a:p>
          <a:p>
            <a:r>
              <a:rPr lang="ja-JP" altLang="en-US" b="1"/>
              <a:t>■ 注意点</a:t>
            </a:r>
          </a:p>
          <a:p>
            <a:r>
              <a:rPr lang="ja-JP" altLang="en-US"/>
              <a:t>・スライド11のカード見出し「MeshStandardMaterial」は元から2行折り返し（テンプレート仕様）。</a:t>
            </a:r>
          </a:p>
          <a:p>
            <a:r>
              <a:rPr lang="ja-JP" altLang="en-US"/>
              <a:t>・用語とコードは正確さを優先し、Three.js の現行仕様に準拠すること。</a:t>
            </a:r>
          </a:p>
        </p:txBody>
      </p:sp>
      <p:sp>
        <p:nvSpPr>
          <p:cNvPr id="4" name="Slide Number Placeholder 3"/>
          <p:cNvSpPr>
            <a:spLocks noGrp="1"/>
          </p:cNvSpPr>
          <p:nvPr>
            <p:ph type="sldNum" sz="quarter" idx="4294967295"/>
          </p:nvPr>
        </p:nvSpPr>
        <p:spPr>
          <a:xfrm>
            <a:off x="3884613" y="8685213"/>
            <a:ext cx="2971800" cy="458787"/>
          </a:xfrm>
          <a:prstGeom prst="rect">
            <a:avLst/>
          </a:prstGeom>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675120" y="-1371600"/>
            <a:ext cx="4114800" cy="4114800"/>
          </a:xfrm>
          <a:prstGeom prst="ellipse">
            <a:avLst/>
          </a:prstGeom>
          <a:solidFill>
            <a:srgbClr val="22D3EE">
              <a:alpha val="10000"/>
            </a:srgbClr>
          </a:solidFill>
          <a:ln/>
        </p:spPr>
        <p:txBody>
          <a:bodyPr/>
          <a:lstStyle/>
          <a:p>
            <a:endParaRPr lang="ja-JP" altLang="en-US"/>
          </a:p>
        </p:txBody>
      </p:sp>
      <p:sp>
        <p:nvSpPr>
          <p:cNvPr id="3" name="Shape 1"/>
          <p:cNvSpPr/>
          <p:nvPr/>
        </p:nvSpPr>
        <p:spPr>
          <a:xfrm>
            <a:off x="-914400" y="3291840"/>
            <a:ext cx="2743200" cy="2743200"/>
          </a:xfrm>
          <a:prstGeom prst="ellipse">
            <a:avLst/>
          </a:prstGeom>
          <a:solidFill>
            <a:srgbClr val="EC4899">
              <a:alpha val="8000"/>
            </a:srgbClr>
          </a:solidFill>
          <a:ln/>
        </p:spPr>
        <p:txBody>
          <a:bodyPr/>
          <a:lstStyle/>
          <a:p>
            <a:endParaRPr lang="ja-JP" altLang="en-US"/>
          </a:p>
        </p:txBody>
      </p:sp>
      <p:sp>
        <p:nvSpPr>
          <p:cNvPr id="4" name="Text 2"/>
          <p:cNvSpPr/>
          <p:nvPr/>
        </p:nvSpPr>
        <p:spPr>
          <a:xfrm>
            <a:off x="731520" y="73152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SESSION </a:t>
            </a:r>
            <a:r>
              <a:rPr lang="en-US" sz="1100" kern="0" spc="300">
                <a:solidFill>
                  <a:srgbClr val="22D3EE"/>
                </a:solidFill>
                <a:latin typeface="Calibri" pitchFamily="34" charset="0"/>
                <a:ea typeface="Calibri" pitchFamily="34" charset="-122"/>
                <a:cs typeface="Calibri" pitchFamily="34" charset="-120"/>
              </a:rPr>
              <a:t>03</a:t>
            </a:r>
            <a:r>
              <a:rPr lang="en-US" sz="1100" kern="0" spc="300" dirty="0">
                <a:solidFill>
                  <a:srgbClr val="22D3EE"/>
                </a:solidFill>
                <a:latin typeface="Calibri" pitchFamily="34" charset="0"/>
                <a:ea typeface="Calibri" pitchFamily="34" charset="-122"/>
                <a:cs typeface="Calibri" pitchFamily="34" charset="-120"/>
              </a:rPr>
              <a:t> / 10</a:t>
            </a:r>
            <a:endParaRPr lang="en-US" sz="1100" dirty="0"/>
          </a:p>
        </p:txBody>
      </p:sp>
      <p:sp>
        <p:nvSpPr>
          <p:cNvPr id="5" name="Text 3"/>
          <p:cNvSpPr/>
          <p:nvPr/>
        </p:nvSpPr>
        <p:spPr>
          <a:xfrm>
            <a:off x="731520" y="1188720"/>
            <a:ext cx="6858000" cy="2011680"/>
          </a:xfrm>
          <a:prstGeom prst="rect">
            <a:avLst/>
          </a:prstGeom>
          <a:noFill/>
          <a:ln/>
        </p:spPr>
        <p:txBody>
          <a:bodyPr wrap="square" lIns="0" tIns="0" rIns="0" bIns="0" rtlCol="0" anchor="ctr"/>
          <a:lstStyle/>
          <a:p>
            <a:pPr marL="0" indent="0">
              <a:lnSpc>
                <a:spcPct val="120000"/>
              </a:lnSpc>
              <a:buNone/>
            </a:pPr>
            <a:r>
              <a:rPr lang="en-US" sz="4000" b="1" dirty="0" err="1">
                <a:solidFill>
                  <a:srgbClr val="F8FAFC"/>
                </a:solidFill>
                <a:latin typeface="Trebuchet MS" pitchFamily="34" charset="0"/>
                <a:ea typeface="Trebuchet MS" pitchFamily="34" charset="-122"/>
                <a:cs typeface="Trebuchet MS" pitchFamily="34" charset="-120"/>
              </a:rPr>
              <a:t>マテリアルと</a:t>
            </a:r>
            <a:endParaRPr lang="en-US" sz="4000" dirty="0"/>
          </a:p>
          <a:p>
            <a:pPr marL="0" indent="0">
              <a:lnSpc>
                <a:spcPct val="120000"/>
              </a:lnSpc>
              <a:buNone/>
            </a:pPr>
            <a:r>
              <a:rPr lang="en-US" sz="4000" b="1" dirty="0" err="1">
                <a:solidFill>
                  <a:srgbClr val="F8FAFC"/>
                </a:solidFill>
                <a:latin typeface="Trebuchet MS" pitchFamily="34" charset="0"/>
                <a:ea typeface="Trebuchet MS" pitchFamily="34" charset="-122"/>
                <a:cs typeface="Trebuchet MS" pitchFamily="34" charset="-120"/>
              </a:rPr>
              <a:t>ライティング</a:t>
            </a:r>
            <a:endParaRPr lang="en-US" sz="4000" dirty="0"/>
          </a:p>
        </p:txBody>
      </p:sp>
      <p:sp>
        <p:nvSpPr>
          <p:cNvPr id="6" name="Text 4"/>
          <p:cNvSpPr/>
          <p:nvPr/>
        </p:nvSpPr>
        <p:spPr>
          <a:xfrm>
            <a:off x="731520" y="3200400"/>
            <a:ext cx="6858000" cy="457200"/>
          </a:xfrm>
          <a:prstGeom prst="rect">
            <a:avLst/>
          </a:prstGeom>
          <a:noFill/>
          <a:ln/>
        </p:spPr>
        <p:txBody>
          <a:bodyPr wrap="square" lIns="0" tIns="0" rIns="0" bIns="0" rtlCol="0" anchor="ctr"/>
          <a:lstStyle/>
          <a:p>
            <a:pPr marL="0" indent="0">
              <a:buNone/>
            </a:pPr>
            <a:r>
              <a:rPr lang="en-US" sz="1600">
                <a:solidFill>
                  <a:srgbClr val="94A3B8"/>
                </a:solidFill>
                <a:latin typeface="Calibri" pitchFamily="34" charset="0"/>
                <a:ea typeface="Calibri" pitchFamily="34" charset="-122"/>
                <a:cs typeface="Calibri" pitchFamily="34" charset="-120"/>
              </a:rPr>
              <a:t>質感とライトでリアルな見た目をつくる</a:t>
            </a:r>
            <a:endParaRPr lang="en-US" sz="1600" dirty="0"/>
          </a:p>
        </p:txBody>
      </p:sp>
      <p:sp>
        <p:nvSpPr>
          <p:cNvPr id="7" name="Shape 5"/>
          <p:cNvSpPr/>
          <p:nvPr/>
        </p:nvSpPr>
        <p:spPr>
          <a:xfrm>
            <a:off x="731520" y="3840480"/>
            <a:ext cx="1097280" cy="36576"/>
          </a:xfrm>
          <a:prstGeom prst="rect">
            <a:avLst/>
          </a:prstGeom>
          <a:solidFill>
            <a:srgbClr val="22D3EE"/>
          </a:solidFill>
          <a:ln/>
        </p:spPr>
        <p:txBody>
          <a:bodyPr/>
          <a:lstStyle/>
          <a:p>
            <a:endParaRPr lang="ja-JP" altLang="en-US"/>
          </a:p>
        </p:txBody>
      </p:sp>
      <p:sp>
        <p:nvSpPr>
          <p:cNvPr id="8" name="Text 6"/>
          <p:cNvSpPr/>
          <p:nvPr/>
        </p:nvSpPr>
        <p:spPr>
          <a:xfrm>
            <a:off x="731520" y="4023360"/>
            <a:ext cx="1828800" cy="320040"/>
          </a:xfrm>
          <a:prstGeom prst="rect">
            <a:avLst/>
          </a:prstGeom>
          <a:noFill/>
          <a:ln/>
        </p:spPr>
        <p:txBody>
          <a:bodyPr wrap="square" lIns="0" tIns="0" rIns="0" bIns="0" rtlCol="0" anchor="ctr"/>
          <a:lstStyle/>
          <a:p>
            <a:pPr marL="0" indent="0">
              <a:buNone/>
            </a:pPr>
            <a:r>
              <a:rPr lang="en-US" sz="1300" b="1" dirty="0">
                <a:solidFill>
                  <a:srgbClr val="A3E635"/>
                </a:solidFill>
                <a:latin typeface="Calibri" pitchFamily="34" charset="0"/>
                <a:ea typeface="Calibri" pitchFamily="34" charset="-122"/>
                <a:cs typeface="Calibri" pitchFamily="34" charset="-120"/>
              </a:rPr>
              <a:t>Week </a:t>
            </a:r>
            <a:r>
              <a:rPr lang="en-US" sz="1300" b="1">
                <a:solidFill>
                  <a:srgbClr val="A3E635"/>
                </a:solidFill>
                <a:latin typeface="Calibri" pitchFamily="34" charset="0"/>
                <a:ea typeface="Calibri" pitchFamily="34" charset="-122"/>
                <a:cs typeface="Calibri" pitchFamily="34" charset="-120"/>
              </a:rPr>
              <a:t>3</a:t>
            </a:r>
            <a:endParaRPr lang="en-US" sz="1300" dirty="0"/>
          </a:p>
        </p:txBody>
      </p:sp>
      <p:sp>
        <p:nvSpPr>
          <p:cNvPr id="9" name="Text 7"/>
          <p:cNvSpPr/>
          <p:nvPr/>
        </p:nvSpPr>
        <p:spPr>
          <a:xfrm>
            <a:off x="2286000" y="4023360"/>
            <a:ext cx="1828800" cy="320040"/>
          </a:xfrm>
          <a:prstGeom prst="rect">
            <a:avLst/>
          </a:prstGeom>
          <a:noFill/>
          <a:ln/>
        </p:spPr>
        <p:txBody>
          <a:bodyPr wrap="square" lIns="0" tIns="0" rIns="0" bIns="0" rtlCol="0" anchor="ctr"/>
          <a:lstStyle/>
          <a:p>
            <a:pPr marL="0" indent="0">
              <a:buNone/>
            </a:pPr>
            <a:r>
              <a:rPr lang="en-US" sz="1300" b="1" dirty="0">
                <a:solidFill>
                  <a:srgbClr val="A3E635"/>
                </a:solidFill>
                <a:latin typeface="Calibri" pitchFamily="34" charset="0"/>
                <a:ea typeface="Calibri" pitchFamily="34" charset="-122"/>
                <a:cs typeface="Calibri" pitchFamily="34" charset="-120"/>
              </a:rPr>
              <a:t>2 hours</a:t>
            </a:r>
            <a:endParaRPr lang="en-US" sz="1300" dirty="0"/>
          </a:p>
        </p:txBody>
      </p:sp>
      <p:sp>
        <p:nvSpPr>
          <p:cNvPr id="10" name="Text 8"/>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11" name="Text 9"/>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01 / 12</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dirty="0">
                <a:solidFill>
                  <a:srgbClr val="F8FAFC"/>
                </a:solidFill>
                <a:latin typeface="Trebuchet MS" pitchFamily="34" charset="0"/>
                <a:ea typeface="Trebuchet MS" pitchFamily="34" charset="-122"/>
                <a:cs typeface="Trebuchet MS" pitchFamily="34" charset="-120"/>
              </a:rPr>
              <a:t>本日のアジェンダ</a:t>
            </a:r>
            <a:endParaRPr lang="en-US" sz="3200" dirty="0"/>
          </a:p>
        </p:txBody>
      </p:sp>
      <p:sp>
        <p:nvSpPr>
          <p:cNvPr id="4" name="Shape 2"/>
          <p:cNvSpPr/>
          <p:nvPr/>
        </p:nvSpPr>
        <p:spPr>
          <a:xfrm>
            <a:off x="731520" y="1645920"/>
            <a:ext cx="7680960" cy="868680"/>
          </a:xfrm>
          <a:prstGeom prst="roundRect">
            <a:avLst>
              <a:gd name="adj" fmla="val 8421"/>
            </a:avLst>
          </a:prstGeom>
          <a:solidFill>
            <a:srgbClr val="1E293B"/>
          </a:solidFill>
          <a:ln/>
        </p:spPr>
        <p:txBody>
          <a:bodyPr/>
          <a:lstStyle/>
          <a:p>
            <a:endParaRPr lang="ja-JP" altLang="en-US"/>
          </a:p>
        </p:txBody>
      </p:sp>
      <p:sp>
        <p:nvSpPr>
          <p:cNvPr id="5" name="Text 3"/>
          <p:cNvSpPr/>
          <p:nvPr/>
        </p:nvSpPr>
        <p:spPr>
          <a:xfrm>
            <a:off x="1005840" y="1737360"/>
            <a:ext cx="548640" cy="685800"/>
          </a:xfrm>
          <a:prstGeom prst="rect">
            <a:avLst/>
          </a:prstGeom>
          <a:noFill/>
          <a:ln/>
        </p:spPr>
        <p:txBody>
          <a:bodyPr wrap="square" lIns="0" tIns="0" rIns="0" bIns="0" rtlCol="0" anchor="ctr"/>
          <a:lstStyle/>
          <a:p>
            <a:pPr marL="0" indent="0">
              <a:buNone/>
            </a:pPr>
            <a:r>
              <a:rPr lang="en-US" sz="2400" b="1" dirty="0">
                <a:solidFill>
                  <a:srgbClr val="22D3EE"/>
                </a:solidFill>
                <a:latin typeface="Trebuchet MS" pitchFamily="34" charset="0"/>
                <a:ea typeface="Trebuchet MS" pitchFamily="34" charset="-122"/>
                <a:cs typeface="Trebuchet MS" pitchFamily="34" charset="-120"/>
              </a:rPr>
              <a:t>01</a:t>
            </a:r>
            <a:endParaRPr lang="en-US" sz="2400" dirty="0"/>
          </a:p>
        </p:txBody>
      </p:sp>
      <p:sp>
        <p:nvSpPr>
          <p:cNvPr id="6" name="Text 4"/>
          <p:cNvSpPr/>
          <p:nvPr/>
        </p:nvSpPr>
        <p:spPr>
          <a:xfrm>
            <a:off x="1645920" y="1719072"/>
            <a:ext cx="5029200" cy="411480"/>
          </a:xfrm>
          <a:prstGeom prst="rect">
            <a:avLst/>
          </a:prstGeom>
          <a:noFill/>
          <a:ln/>
        </p:spPr>
        <p:txBody>
          <a:bodyPr wrap="square" lIns="0" tIns="0" rIns="0" bIns="0" rtlCol="0" anchor="ctr"/>
          <a:lstStyle/>
          <a:p>
            <a:pPr marL="0" indent="0">
              <a:buNone/>
            </a:pPr>
            <a:r>
              <a:rPr lang="en-US" sz="1800" b="1">
                <a:solidFill>
                  <a:srgbClr val="F8FAFC"/>
                </a:solidFill>
                <a:latin typeface="Trebuchet MS" pitchFamily="34" charset="0"/>
                <a:ea typeface="Trebuchet MS" pitchFamily="34" charset="-122"/>
                <a:cs typeface="Trebuchet MS" pitchFamily="34" charset="-120"/>
              </a:rPr>
              <a:t>マテリアルの種類を理解する</a:t>
            </a:r>
            <a:endParaRPr lang="en-US" sz="1800" dirty="0"/>
          </a:p>
        </p:txBody>
      </p:sp>
      <p:sp>
        <p:nvSpPr>
          <p:cNvPr id="7" name="Text 5"/>
          <p:cNvSpPr/>
          <p:nvPr/>
        </p:nvSpPr>
        <p:spPr>
          <a:xfrm>
            <a:off x="1645920" y="2103120"/>
            <a:ext cx="5029200" cy="32004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各マテリアルの特性と見た目の違い</a:t>
            </a:r>
            <a:endParaRPr lang="en-US" sz="1200" dirty="0"/>
          </a:p>
        </p:txBody>
      </p:sp>
      <p:sp>
        <p:nvSpPr>
          <p:cNvPr id="8" name="Text 6"/>
          <p:cNvSpPr/>
          <p:nvPr/>
        </p:nvSpPr>
        <p:spPr>
          <a:xfrm>
            <a:off x="7132320" y="1737360"/>
            <a:ext cx="1097280" cy="685800"/>
          </a:xfrm>
          <a:prstGeom prst="rect">
            <a:avLst/>
          </a:prstGeom>
          <a:noFill/>
          <a:ln/>
        </p:spPr>
        <p:txBody>
          <a:bodyPr wrap="square" lIns="0" tIns="0" rIns="0" bIns="0" rtlCol="0" anchor="ctr"/>
          <a:lstStyle/>
          <a:p>
            <a:pPr marL="0" indent="0" algn="r">
              <a:buNone/>
            </a:pPr>
            <a:r>
              <a:rPr lang="en-US" sz="1300" b="1" dirty="0">
                <a:solidFill>
                  <a:srgbClr val="22D3EE"/>
                </a:solidFill>
                <a:latin typeface="Calibri" pitchFamily="34" charset="0"/>
                <a:ea typeface="Calibri" pitchFamily="34" charset="-122"/>
                <a:cs typeface="Calibri" pitchFamily="34" charset="-120"/>
              </a:rPr>
              <a:t>30 min</a:t>
            </a:r>
            <a:endParaRPr lang="en-US" sz="1300" dirty="0"/>
          </a:p>
        </p:txBody>
      </p:sp>
      <p:sp>
        <p:nvSpPr>
          <p:cNvPr id="9" name="Shape 7"/>
          <p:cNvSpPr/>
          <p:nvPr/>
        </p:nvSpPr>
        <p:spPr>
          <a:xfrm>
            <a:off x="731520" y="2697480"/>
            <a:ext cx="7680960" cy="868680"/>
          </a:xfrm>
          <a:prstGeom prst="roundRect">
            <a:avLst>
              <a:gd name="adj" fmla="val 8421"/>
            </a:avLst>
          </a:prstGeom>
          <a:solidFill>
            <a:srgbClr val="1E293B"/>
          </a:solidFill>
          <a:ln/>
        </p:spPr>
        <p:txBody>
          <a:bodyPr/>
          <a:lstStyle/>
          <a:p>
            <a:endParaRPr lang="ja-JP" altLang="en-US"/>
          </a:p>
        </p:txBody>
      </p:sp>
      <p:sp>
        <p:nvSpPr>
          <p:cNvPr id="10" name="Text 8"/>
          <p:cNvSpPr/>
          <p:nvPr/>
        </p:nvSpPr>
        <p:spPr>
          <a:xfrm>
            <a:off x="1005840" y="2788920"/>
            <a:ext cx="548640" cy="685800"/>
          </a:xfrm>
          <a:prstGeom prst="rect">
            <a:avLst/>
          </a:prstGeom>
          <a:noFill/>
          <a:ln/>
        </p:spPr>
        <p:txBody>
          <a:bodyPr wrap="square" lIns="0" tIns="0" rIns="0" bIns="0" rtlCol="0" anchor="ctr"/>
          <a:lstStyle/>
          <a:p>
            <a:pPr marL="0" indent="0">
              <a:buNone/>
            </a:pPr>
            <a:r>
              <a:rPr lang="en-US" sz="2400" b="1" dirty="0">
                <a:solidFill>
                  <a:srgbClr val="EC4899"/>
                </a:solidFill>
                <a:latin typeface="Trebuchet MS" pitchFamily="34" charset="0"/>
                <a:ea typeface="Trebuchet MS" pitchFamily="34" charset="-122"/>
                <a:cs typeface="Trebuchet MS" pitchFamily="34" charset="-120"/>
              </a:rPr>
              <a:t>02</a:t>
            </a:r>
            <a:endParaRPr lang="en-US" sz="2400" dirty="0"/>
          </a:p>
        </p:txBody>
      </p:sp>
      <p:sp>
        <p:nvSpPr>
          <p:cNvPr id="11" name="Text 9"/>
          <p:cNvSpPr/>
          <p:nvPr/>
        </p:nvSpPr>
        <p:spPr>
          <a:xfrm>
            <a:off x="1645920" y="2770632"/>
            <a:ext cx="5029200" cy="411480"/>
          </a:xfrm>
          <a:prstGeom prst="rect">
            <a:avLst/>
          </a:prstGeom>
          <a:noFill/>
          <a:ln/>
        </p:spPr>
        <p:txBody>
          <a:bodyPr wrap="square" lIns="0" tIns="0" rIns="0" bIns="0" rtlCol="0" anchor="ctr"/>
          <a:lstStyle/>
          <a:p>
            <a:pPr marL="0" indent="0">
              <a:buNone/>
            </a:pPr>
            <a:r>
              <a:rPr lang="en-US" sz="1800" b="1">
                <a:solidFill>
                  <a:srgbClr val="F8FAFC"/>
                </a:solidFill>
                <a:latin typeface="Trebuchet MS" pitchFamily="34" charset="0"/>
                <a:ea typeface="Trebuchet MS" pitchFamily="34" charset="-122"/>
                <a:cs typeface="Trebuchet MS" pitchFamily="34" charset="-120"/>
              </a:rPr>
              <a:t>ライトと影の仕組み</a:t>
            </a:r>
            <a:endParaRPr lang="en-US" sz="1800" dirty="0"/>
          </a:p>
        </p:txBody>
      </p:sp>
      <p:sp>
        <p:nvSpPr>
          <p:cNvPr id="12" name="Text 10"/>
          <p:cNvSpPr/>
          <p:nvPr/>
        </p:nvSpPr>
        <p:spPr>
          <a:xfrm>
            <a:off x="1645920" y="3154680"/>
            <a:ext cx="5029200" cy="32004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各種ライトの役割 </a:t>
            </a:r>
            <a:r>
              <a:rPr lang="en-US" sz="1200" dirty="0">
                <a:solidFill>
                  <a:srgbClr val="94A3B8"/>
                </a:solidFill>
                <a:latin typeface="Calibri" pitchFamily="34" charset="0"/>
                <a:ea typeface="Calibri" pitchFamily="34" charset="-122"/>
                <a:cs typeface="Calibri" pitchFamily="34" charset="-120"/>
              </a:rPr>
              <a:t>/ </a:t>
            </a:r>
            <a:r>
              <a:rPr lang="en-US" sz="1200">
                <a:solidFill>
                  <a:srgbClr val="94A3B8"/>
                </a:solidFill>
                <a:latin typeface="Calibri" pitchFamily="34" charset="0"/>
                <a:ea typeface="Calibri" pitchFamily="34" charset="-122"/>
                <a:cs typeface="Calibri" pitchFamily="34" charset="-120"/>
              </a:rPr>
              <a:t>シャドウの設定</a:t>
            </a:r>
            <a:endParaRPr lang="en-US" sz="1200" dirty="0"/>
          </a:p>
        </p:txBody>
      </p:sp>
      <p:sp>
        <p:nvSpPr>
          <p:cNvPr id="13" name="Text 11"/>
          <p:cNvSpPr/>
          <p:nvPr/>
        </p:nvSpPr>
        <p:spPr>
          <a:xfrm>
            <a:off x="7132320" y="2788920"/>
            <a:ext cx="1097280" cy="685800"/>
          </a:xfrm>
          <a:prstGeom prst="rect">
            <a:avLst/>
          </a:prstGeom>
          <a:noFill/>
          <a:ln/>
        </p:spPr>
        <p:txBody>
          <a:bodyPr wrap="square" lIns="0" tIns="0" rIns="0" bIns="0" rtlCol="0" anchor="ctr"/>
          <a:lstStyle/>
          <a:p>
            <a:pPr marL="0" indent="0" algn="r">
              <a:buNone/>
            </a:pPr>
            <a:r>
              <a:rPr lang="en-US" sz="1300" b="1" dirty="0">
                <a:solidFill>
                  <a:srgbClr val="EC4899"/>
                </a:solidFill>
                <a:latin typeface="Calibri" pitchFamily="34" charset="0"/>
                <a:ea typeface="Calibri" pitchFamily="34" charset="-122"/>
                <a:cs typeface="Calibri" pitchFamily="34" charset="-120"/>
              </a:rPr>
              <a:t>30 min</a:t>
            </a:r>
            <a:endParaRPr lang="en-US" sz="1300" dirty="0"/>
          </a:p>
        </p:txBody>
      </p:sp>
      <p:sp>
        <p:nvSpPr>
          <p:cNvPr id="14" name="Shape 12"/>
          <p:cNvSpPr/>
          <p:nvPr/>
        </p:nvSpPr>
        <p:spPr>
          <a:xfrm>
            <a:off x="731520" y="3749040"/>
            <a:ext cx="7680960" cy="868680"/>
          </a:xfrm>
          <a:prstGeom prst="roundRect">
            <a:avLst>
              <a:gd name="adj" fmla="val 8421"/>
            </a:avLst>
          </a:prstGeom>
          <a:solidFill>
            <a:srgbClr val="1E293B"/>
          </a:solidFill>
          <a:ln/>
        </p:spPr>
        <p:txBody>
          <a:bodyPr/>
          <a:lstStyle/>
          <a:p>
            <a:endParaRPr lang="ja-JP" altLang="en-US"/>
          </a:p>
        </p:txBody>
      </p:sp>
      <p:sp>
        <p:nvSpPr>
          <p:cNvPr id="15" name="Text 13"/>
          <p:cNvSpPr/>
          <p:nvPr/>
        </p:nvSpPr>
        <p:spPr>
          <a:xfrm>
            <a:off x="1005840" y="3840480"/>
            <a:ext cx="548640" cy="685800"/>
          </a:xfrm>
          <a:prstGeom prst="rect">
            <a:avLst/>
          </a:prstGeom>
          <a:noFill/>
          <a:ln/>
        </p:spPr>
        <p:txBody>
          <a:bodyPr wrap="square" lIns="0" tIns="0" rIns="0" bIns="0" rtlCol="0" anchor="ctr"/>
          <a:lstStyle/>
          <a:p>
            <a:pPr marL="0" indent="0">
              <a:buNone/>
            </a:pPr>
            <a:r>
              <a:rPr lang="en-US" sz="2400" b="1" dirty="0">
                <a:solidFill>
                  <a:srgbClr val="A3E635"/>
                </a:solidFill>
                <a:latin typeface="Trebuchet MS" pitchFamily="34" charset="0"/>
                <a:ea typeface="Trebuchet MS" pitchFamily="34" charset="-122"/>
                <a:cs typeface="Trebuchet MS" pitchFamily="34" charset="-120"/>
              </a:rPr>
              <a:t>03</a:t>
            </a:r>
            <a:endParaRPr lang="en-US" sz="2400" dirty="0"/>
          </a:p>
        </p:txBody>
      </p:sp>
      <p:sp>
        <p:nvSpPr>
          <p:cNvPr id="16" name="Text 14"/>
          <p:cNvSpPr/>
          <p:nvPr/>
        </p:nvSpPr>
        <p:spPr>
          <a:xfrm>
            <a:off x="1645920" y="3822192"/>
            <a:ext cx="5029200" cy="411480"/>
          </a:xfrm>
          <a:prstGeom prst="rect">
            <a:avLst/>
          </a:prstGeom>
          <a:noFill/>
          <a:ln/>
        </p:spPr>
        <p:txBody>
          <a:bodyPr wrap="square" lIns="0" tIns="0" rIns="0" bIns="0" rtlCol="0" anchor="ctr"/>
          <a:lstStyle/>
          <a:p>
            <a:pPr marL="0" indent="0">
              <a:buNone/>
            </a:pPr>
            <a:r>
              <a:rPr lang="en-US" sz="1800" b="1" dirty="0">
                <a:solidFill>
                  <a:srgbClr val="F8FAFC"/>
                </a:solidFill>
                <a:latin typeface="Trebuchet MS" pitchFamily="34" charset="0"/>
                <a:ea typeface="Trebuchet MS" pitchFamily="34" charset="-122"/>
                <a:cs typeface="Trebuchet MS" pitchFamily="34" charset="-120"/>
              </a:rPr>
              <a:t>ハンズオン演習</a:t>
            </a:r>
            <a:endParaRPr lang="en-US" sz="1800" dirty="0"/>
          </a:p>
        </p:txBody>
      </p:sp>
      <p:sp>
        <p:nvSpPr>
          <p:cNvPr id="17" name="Text 15"/>
          <p:cNvSpPr/>
          <p:nvPr/>
        </p:nvSpPr>
        <p:spPr>
          <a:xfrm>
            <a:off x="1645920" y="4206240"/>
            <a:ext cx="5029200" cy="32004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ライティングされた立方体に影を落とす</a:t>
            </a:r>
            <a:endParaRPr lang="en-US" sz="1200" dirty="0"/>
          </a:p>
        </p:txBody>
      </p:sp>
      <p:sp>
        <p:nvSpPr>
          <p:cNvPr id="18" name="Text 16"/>
          <p:cNvSpPr/>
          <p:nvPr/>
        </p:nvSpPr>
        <p:spPr>
          <a:xfrm>
            <a:off x="7132320" y="3840480"/>
            <a:ext cx="1097280" cy="685800"/>
          </a:xfrm>
          <a:prstGeom prst="rect">
            <a:avLst/>
          </a:prstGeom>
          <a:noFill/>
          <a:ln/>
        </p:spPr>
        <p:txBody>
          <a:bodyPr wrap="square" lIns="0" tIns="0" rIns="0" bIns="0" rtlCol="0" anchor="ctr"/>
          <a:lstStyle/>
          <a:p>
            <a:pPr marL="0" indent="0" algn="r">
              <a:buNone/>
            </a:pPr>
            <a:r>
              <a:rPr lang="en-US" sz="1300" b="1" dirty="0">
                <a:solidFill>
                  <a:srgbClr val="A3E635"/>
                </a:solidFill>
                <a:latin typeface="Calibri" pitchFamily="34" charset="0"/>
                <a:ea typeface="Calibri" pitchFamily="34" charset="-122"/>
                <a:cs typeface="Calibri" pitchFamily="34" charset="-120"/>
              </a:rPr>
              <a:t>50 min</a:t>
            </a:r>
            <a:endParaRPr lang="en-US" sz="1300" dirty="0"/>
          </a:p>
        </p:txBody>
      </p:sp>
      <p:sp>
        <p:nvSpPr>
          <p:cNvPr id="19" name="Text 17"/>
          <p:cNvSpPr/>
          <p:nvPr/>
        </p:nvSpPr>
        <p:spPr>
          <a:xfrm>
            <a:off x="731520" y="4572000"/>
            <a:ext cx="731520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解説 60 min → ハンズオン 50 min → 振り返り 10 min</a:t>
            </a:r>
            <a:endParaRPr lang="en-US" sz="1100" dirty="0"/>
          </a:p>
        </p:txBody>
      </p:sp>
      <p:sp>
        <p:nvSpPr>
          <p:cNvPr id="20" name="Text 18"/>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1" name="Text 19"/>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PREREQUISITE</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dirty="0">
                <a:solidFill>
                  <a:srgbClr val="F8FAFC"/>
                </a:solidFill>
                <a:latin typeface="Trebuchet MS" pitchFamily="34" charset="0"/>
                <a:ea typeface="Trebuchet MS" pitchFamily="34" charset="-122"/>
                <a:cs typeface="Trebuchet MS" pitchFamily="34" charset="-120"/>
              </a:rPr>
              <a:t>前提知識・準備物</a:t>
            </a:r>
            <a:endParaRPr lang="en-US" sz="3200" dirty="0"/>
          </a:p>
        </p:txBody>
      </p:sp>
      <p:sp>
        <p:nvSpPr>
          <p:cNvPr id="4" name="Shape 2"/>
          <p:cNvSpPr/>
          <p:nvPr/>
        </p:nvSpPr>
        <p:spPr>
          <a:xfrm>
            <a:off x="731520" y="1645920"/>
            <a:ext cx="3657600" cy="2743200"/>
          </a:xfrm>
          <a:prstGeom prst="roundRect">
            <a:avLst>
              <a:gd name="adj" fmla="val 2667"/>
            </a:avLst>
          </a:prstGeom>
          <a:solidFill>
            <a:srgbClr val="1E293B"/>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005840" y="1828800"/>
            <a:ext cx="365760" cy="365760"/>
          </a:xfrm>
          <a:prstGeom prst="rect">
            <a:avLst/>
          </a:prstGeom>
        </p:spPr>
      </p:pic>
      <p:sp>
        <p:nvSpPr>
          <p:cNvPr id="6" name="Text 3"/>
          <p:cNvSpPr/>
          <p:nvPr/>
        </p:nvSpPr>
        <p:spPr>
          <a:xfrm>
            <a:off x="1463040" y="1828800"/>
            <a:ext cx="2743200" cy="365760"/>
          </a:xfrm>
          <a:prstGeom prst="rect">
            <a:avLst/>
          </a:prstGeom>
          <a:noFill/>
          <a:ln/>
        </p:spPr>
        <p:txBody>
          <a:bodyPr wrap="square" lIns="0" tIns="0" rIns="0" bIns="0" rtlCol="0" anchor="ctr"/>
          <a:lstStyle/>
          <a:p>
            <a:pPr marL="0" indent="0">
              <a:buNone/>
            </a:pPr>
            <a:r>
              <a:rPr lang="en-US" sz="1600" b="1" dirty="0">
                <a:solidFill>
                  <a:srgbClr val="A3E635"/>
                </a:solidFill>
                <a:latin typeface="Trebuchet MS" pitchFamily="34" charset="0"/>
                <a:ea typeface="Trebuchet MS" pitchFamily="34" charset="-122"/>
                <a:cs typeface="Trebuchet MS" pitchFamily="34" charset="-120"/>
              </a:rPr>
              <a:t>第</a:t>
            </a:r>
            <a:r>
              <a:rPr lang="en-US" sz="1600" b="1">
                <a:solidFill>
                  <a:srgbClr val="A3E635"/>
                </a:solidFill>
                <a:latin typeface="Trebuchet MS" pitchFamily="34" charset="0"/>
                <a:ea typeface="Trebuchet MS" pitchFamily="34" charset="-122"/>
                <a:cs typeface="Trebuchet MS" pitchFamily="34" charset="-120"/>
              </a:rPr>
              <a:t>2</a:t>
            </a:r>
            <a:r>
              <a:rPr lang="en-US" sz="1600" b="1" dirty="0">
                <a:solidFill>
                  <a:srgbClr val="A3E635"/>
                </a:solidFill>
                <a:latin typeface="Trebuchet MS" pitchFamily="34" charset="0"/>
                <a:ea typeface="Trebuchet MS" pitchFamily="34" charset="-122"/>
                <a:cs typeface="Trebuchet MS" pitchFamily="34" charset="-120"/>
              </a:rPr>
              <a:t>回の到達点</a:t>
            </a:r>
            <a:endParaRPr lang="en-US" sz="1600" dirty="0"/>
          </a:p>
        </p:txBody>
      </p:sp>
      <p:sp>
        <p:nvSpPr>
          <p:cNvPr id="7" name="Text 4"/>
          <p:cNvSpPr/>
          <p:nvPr/>
        </p:nvSpPr>
        <p:spPr>
          <a:xfrm>
            <a:off x="1005840" y="2377440"/>
            <a:ext cx="3200400" cy="411480"/>
          </a:xfrm>
          <a:prstGeom prst="rect">
            <a:avLst/>
          </a:prstGeom>
          <a:noFill/>
          <a:ln/>
        </p:spPr>
        <p:txBody>
          <a:bodyPr wrap="square" lIns="0" tIns="0" rIns="0" bIns="0" rtlCol="0" anchor="ctr"/>
          <a:lstStyle/>
          <a:p>
            <a:pPr marL="342900" indent="-342900">
              <a:buSzPct val="100000"/>
              <a:buChar char="•"/>
            </a:pPr>
            <a:r>
              <a:rPr lang="en-US" sz="1300">
                <a:solidFill>
                  <a:srgbClr val="F8FAFC"/>
                </a:solidFill>
                <a:latin typeface="Calibri" pitchFamily="34" charset="0"/>
                <a:ea typeface="Calibri" pitchFamily="34" charset="-122"/>
                <a:cs typeface="Calibri" pitchFamily="34" charset="-120"/>
              </a:rPr>
              <a:t>Scene・Camera・Renderer を構築できる</a:t>
            </a:r>
            <a:endParaRPr lang="en-US" sz="1300" dirty="0"/>
          </a:p>
        </p:txBody>
      </p:sp>
      <p:sp>
        <p:nvSpPr>
          <p:cNvPr id="8" name="Text 5"/>
          <p:cNvSpPr/>
          <p:nvPr/>
        </p:nvSpPr>
        <p:spPr>
          <a:xfrm>
            <a:off x="1005840" y="2834640"/>
            <a:ext cx="3200400" cy="411480"/>
          </a:xfrm>
          <a:prstGeom prst="rect">
            <a:avLst/>
          </a:prstGeom>
          <a:noFill/>
          <a:ln/>
        </p:spPr>
        <p:txBody>
          <a:bodyPr wrap="square" lIns="0" tIns="0" rIns="0" bIns="0" rtlCol="0" anchor="ctr"/>
          <a:lstStyle/>
          <a:p>
            <a:pPr marL="342900" indent="-342900">
              <a:buSzPct val="100000"/>
              <a:buChar char="•"/>
            </a:pPr>
            <a:r>
              <a:rPr lang="en-US" sz="1300">
                <a:solidFill>
                  <a:srgbClr val="F8FAFC"/>
                </a:solidFill>
                <a:latin typeface="Calibri" pitchFamily="34" charset="0"/>
                <a:ea typeface="Calibri" pitchFamily="34" charset="-122"/>
                <a:cs typeface="Calibri" pitchFamily="34" charset="-120"/>
              </a:rPr>
              <a:t>回転する立方体を表示できた</a:t>
            </a:r>
            <a:endParaRPr lang="en-US" sz="1300" dirty="0"/>
          </a:p>
        </p:txBody>
      </p:sp>
      <p:sp>
        <p:nvSpPr>
          <p:cNvPr id="9" name="Text 6"/>
          <p:cNvSpPr/>
          <p:nvPr/>
        </p:nvSpPr>
        <p:spPr>
          <a:xfrm>
            <a:off x="1005840" y="3291840"/>
            <a:ext cx="3200400" cy="411480"/>
          </a:xfrm>
          <a:prstGeom prst="rect">
            <a:avLst/>
          </a:prstGeom>
          <a:noFill/>
          <a:ln/>
        </p:spPr>
        <p:txBody>
          <a:bodyPr wrap="square" lIns="0" tIns="0" rIns="0" bIns="0" rtlCol="0" anchor="ctr"/>
          <a:lstStyle/>
          <a:p>
            <a:pPr marL="342900" indent="-342900">
              <a:buSzPct val="100000"/>
              <a:buChar char="•"/>
            </a:pPr>
            <a:r>
              <a:rPr lang="en-US" sz="1300">
                <a:solidFill>
                  <a:srgbClr val="F8FAFC"/>
                </a:solidFill>
                <a:latin typeface="Calibri" pitchFamily="34" charset="0"/>
                <a:ea typeface="Calibri" pitchFamily="34" charset="-122"/>
                <a:cs typeface="Calibri" pitchFamily="34" charset="-120"/>
              </a:rPr>
              <a:t>animate() ループを実装できた</a:t>
            </a:r>
            <a:endParaRPr lang="en-US" sz="1300" dirty="0"/>
          </a:p>
        </p:txBody>
      </p:sp>
      <p:sp>
        <p:nvSpPr>
          <p:cNvPr id="10" name="Text 7"/>
          <p:cNvSpPr/>
          <p:nvPr/>
        </p:nvSpPr>
        <p:spPr>
          <a:xfrm>
            <a:off x="1005840" y="3749040"/>
            <a:ext cx="3200400" cy="411480"/>
          </a:xfrm>
          <a:prstGeom prst="rect">
            <a:avLst/>
          </a:prstGeom>
          <a:noFill/>
          <a:ln/>
        </p:spPr>
        <p:txBody>
          <a:bodyPr wrap="square" lIns="0" tIns="0" rIns="0" bIns="0" rtlCol="0" anchor="ctr"/>
          <a:lstStyle/>
          <a:p>
            <a:pPr marL="342900" indent="-342900">
              <a:buSzPct val="100000"/>
              <a:buChar char="•"/>
            </a:pPr>
            <a:r>
              <a:rPr lang="en-US" sz="1300">
                <a:solidFill>
                  <a:srgbClr val="F8FAFC"/>
                </a:solidFill>
                <a:latin typeface="Calibri" pitchFamily="34" charset="0"/>
                <a:ea typeface="Calibri" pitchFamily="34" charset="-122"/>
                <a:cs typeface="Calibri" pitchFamily="34" charset="-120"/>
              </a:rPr>
              <a:t>リサイズ対応も実装済み</a:t>
            </a:r>
            <a:endParaRPr lang="en-US" sz="1300" dirty="0"/>
          </a:p>
        </p:txBody>
      </p:sp>
      <p:sp>
        <p:nvSpPr>
          <p:cNvPr id="11" name="Shape 8"/>
          <p:cNvSpPr/>
          <p:nvPr/>
        </p:nvSpPr>
        <p:spPr>
          <a:xfrm>
            <a:off x="4754880" y="1645920"/>
            <a:ext cx="3657600" cy="2743200"/>
          </a:xfrm>
          <a:prstGeom prst="roundRect">
            <a:avLst>
              <a:gd name="adj" fmla="val 2667"/>
            </a:avLst>
          </a:prstGeom>
          <a:solidFill>
            <a:srgbClr val="1E293B"/>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5029200" y="1828800"/>
            <a:ext cx="365760" cy="365760"/>
          </a:xfrm>
          <a:prstGeom prst="rect">
            <a:avLst/>
          </a:prstGeom>
        </p:spPr>
      </p:pic>
      <p:sp>
        <p:nvSpPr>
          <p:cNvPr id="13" name="Text 9"/>
          <p:cNvSpPr/>
          <p:nvPr/>
        </p:nvSpPr>
        <p:spPr>
          <a:xfrm>
            <a:off x="5486400" y="1828800"/>
            <a:ext cx="2743200" cy="365760"/>
          </a:xfrm>
          <a:prstGeom prst="rect">
            <a:avLst/>
          </a:prstGeom>
          <a:noFill/>
          <a:ln/>
        </p:spPr>
        <p:txBody>
          <a:bodyPr wrap="square" lIns="0" tIns="0" rIns="0" bIns="0" rtlCol="0" anchor="ctr"/>
          <a:lstStyle/>
          <a:p>
            <a:pPr marL="0" indent="0">
              <a:buNone/>
            </a:pPr>
            <a:r>
              <a:rPr lang="en-US" sz="1600" b="1" dirty="0">
                <a:solidFill>
                  <a:srgbClr val="22D3EE"/>
                </a:solidFill>
                <a:latin typeface="Trebuchet MS" pitchFamily="34" charset="0"/>
                <a:ea typeface="Trebuchet MS" pitchFamily="34" charset="-122"/>
                <a:cs typeface="Trebuchet MS" pitchFamily="34" charset="-120"/>
              </a:rPr>
              <a:t>今回必要なもの</a:t>
            </a:r>
            <a:endParaRPr lang="en-US" sz="1600" dirty="0"/>
          </a:p>
        </p:txBody>
      </p:sp>
      <p:sp>
        <p:nvSpPr>
          <p:cNvPr id="14" name="Text 10"/>
          <p:cNvSpPr/>
          <p:nvPr/>
        </p:nvSpPr>
        <p:spPr>
          <a:xfrm>
            <a:off x="5029200" y="2377440"/>
            <a:ext cx="3108960" cy="274320"/>
          </a:xfrm>
          <a:prstGeom prst="rect">
            <a:avLst/>
          </a:prstGeom>
          <a:noFill/>
          <a:ln/>
        </p:spPr>
        <p:txBody>
          <a:bodyPr wrap="square" lIns="0" tIns="0" rIns="0" bIns="0" rtlCol="0" anchor="ctr"/>
          <a:lstStyle/>
          <a:p>
            <a:pPr marL="0" indent="0">
              <a:buNone/>
            </a:pPr>
            <a:r>
              <a:rPr lang="en-US" sz="1300" b="1" dirty="0">
                <a:solidFill>
                  <a:srgbClr val="F8FAFC"/>
                </a:solidFill>
                <a:latin typeface="Trebuchet MS" pitchFamily="34" charset="0"/>
                <a:ea typeface="Trebuchet MS" pitchFamily="34" charset="-122"/>
                <a:cs typeface="Trebuchet MS" pitchFamily="34" charset="-120"/>
              </a:rPr>
              <a:t>前回のプロジェクト</a:t>
            </a:r>
            <a:endParaRPr lang="en-US" sz="1300" dirty="0"/>
          </a:p>
        </p:txBody>
      </p:sp>
      <p:sp>
        <p:nvSpPr>
          <p:cNvPr id="15" name="Text 11"/>
          <p:cNvSpPr/>
          <p:nvPr/>
        </p:nvSpPr>
        <p:spPr>
          <a:xfrm>
            <a:off x="5029200" y="2633472"/>
            <a:ext cx="310896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my-threejs-app をそのまま使用</a:t>
            </a:r>
            <a:endParaRPr lang="en-US" sz="1100" dirty="0"/>
          </a:p>
        </p:txBody>
      </p:sp>
      <p:sp>
        <p:nvSpPr>
          <p:cNvPr id="16" name="Text 12"/>
          <p:cNvSpPr/>
          <p:nvPr/>
        </p:nvSpPr>
        <p:spPr>
          <a:xfrm>
            <a:off x="5029200" y="3017520"/>
            <a:ext cx="3108960" cy="274320"/>
          </a:xfrm>
          <a:prstGeom prst="rect">
            <a:avLst/>
          </a:prstGeom>
          <a:noFill/>
          <a:ln/>
        </p:spPr>
        <p:txBody>
          <a:bodyPr wrap="square" lIns="0" tIns="0" rIns="0" bIns="0" rtlCol="0" anchor="ctr"/>
          <a:lstStyle/>
          <a:p>
            <a:pPr marL="0" indent="0">
              <a:buNone/>
            </a:pPr>
            <a:r>
              <a:rPr lang="en-US" sz="1300" b="1">
                <a:solidFill>
                  <a:srgbClr val="F8FAFC"/>
                </a:solidFill>
                <a:latin typeface="Trebuchet MS" pitchFamily="34" charset="0"/>
                <a:ea typeface="Trebuchet MS" pitchFamily="34" charset="-122"/>
                <a:cs typeface="Trebuchet MS" pitchFamily="34" charset="-120"/>
              </a:rPr>
              <a:t>前回のコード</a:t>
            </a:r>
            <a:endParaRPr lang="en-US" sz="1300" dirty="0"/>
          </a:p>
        </p:txBody>
      </p:sp>
      <p:sp>
        <p:nvSpPr>
          <p:cNvPr id="17" name="Text 13"/>
          <p:cNvSpPr/>
          <p:nvPr/>
        </p:nvSpPr>
        <p:spPr>
          <a:xfrm>
            <a:off x="5029200" y="3273552"/>
            <a:ext cx="3108960" cy="27432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回転する立方体が動く状態</a:t>
            </a:r>
            <a:endParaRPr lang="en-US" sz="1100" dirty="0"/>
          </a:p>
        </p:txBody>
      </p:sp>
      <p:sp>
        <p:nvSpPr>
          <p:cNvPr id="18" name="Text 14"/>
          <p:cNvSpPr/>
          <p:nvPr/>
        </p:nvSpPr>
        <p:spPr>
          <a:xfrm>
            <a:off x="5029200" y="3657600"/>
            <a:ext cx="3108960" cy="274320"/>
          </a:xfrm>
          <a:prstGeom prst="rect">
            <a:avLst/>
          </a:prstGeom>
          <a:noFill/>
          <a:ln/>
        </p:spPr>
        <p:txBody>
          <a:bodyPr wrap="square" lIns="0" tIns="0" rIns="0" bIns="0" rtlCol="0" anchor="ctr"/>
          <a:lstStyle/>
          <a:p>
            <a:pPr marL="0" indent="0">
              <a:buNone/>
            </a:pPr>
            <a:r>
              <a:rPr lang="en-US" sz="1300" b="1">
                <a:solidFill>
                  <a:srgbClr val="F8FAFC"/>
                </a:solidFill>
                <a:latin typeface="Trebuchet MS" pitchFamily="34" charset="0"/>
                <a:ea typeface="Trebuchet MS" pitchFamily="34" charset="-122"/>
                <a:cs typeface="Trebuchet MS" pitchFamily="34" charset="-120"/>
              </a:rPr>
              <a:t>物理の知識</a:t>
            </a:r>
            <a:endParaRPr lang="en-US" sz="1300" dirty="0"/>
          </a:p>
        </p:txBody>
      </p:sp>
      <p:sp>
        <p:nvSpPr>
          <p:cNvPr id="19" name="Text 15"/>
          <p:cNvSpPr/>
          <p:nvPr/>
        </p:nvSpPr>
        <p:spPr>
          <a:xfrm>
            <a:off x="5029200" y="3913632"/>
            <a:ext cx="3108960" cy="274320"/>
          </a:xfrm>
          <a:prstGeom prst="rect">
            <a:avLst/>
          </a:prstGeom>
          <a:noFill/>
          <a:ln/>
        </p:spPr>
        <p:txBody>
          <a:bodyPr wrap="square" lIns="0" tIns="0" rIns="0" bIns="0" rtlCol="0" anchor="ctr"/>
          <a:lstStyle/>
          <a:p>
            <a:pPr marL="0" indent="0">
              <a:buNone/>
            </a:pPr>
            <a:r>
              <a:rPr lang="en-US" sz="1100" dirty="0">
                <a:solidFill>
                  <a:srgbClr val="94A3B8"/>
                </a:solidFill>
                <a:latin typeface="Calibri" pitchFamily="34" charset="0"/>
                <a:ea typeface="Calibri" pitchFamily="34" charset="-122"/>
                <a:cs typeface="Calibri" pitchFamily="34" charset="-120"/>
              </a:rPr>
              <a:t>不要（</a:t>
            </a:r>
            <a:r>
              <a:rPr lang="en-US" sz="1100">
                <a:solidFill>
                  <a:srgbClr val="94A3B8"/>
                </a:solidFill>
                <a:latin typeface="Calibri" pitchFamily="34" charset="0"/>
                <a:ea typeface="Calibri" pitchFamily="34" charset="-122"/>
                <a:cs typeface="Calibri" pitchFamily="34" charset="-120"/>
              </a:rPr>
              <a:t>直感的に進められる</a:t>
            </a:r>
            <a:r>
              <a:rPr lang="en-US" sz="1100" dirty="0">
                <a:solidFill>
                  <a:srgbClr val="94A3B8"/>
                </a:solidFill>
                <a:latin typeface="Calibri" pitchFamily="34" charset="0"/>
                <a:ea typeface="Calibri" pitchFamily="34" charset="-122"/>
                <a:cs typeface="Calibri" pitchFamily="34" charset="-120"/>
              </a:rPr>
              <a:t>）</a:t>
            </a:r>
            <a:endParaRPr lang="en-US" sz="1100" dirty="0"/>
          </a:p>
        </p:txBody>
      </p:sp>
      <p:sp>
        <p:nvSpPr>
          <p:cNvPr id="20" name="Text 16"/>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1" name="Text 17"/>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OVERVIEW</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リアルな見た目を支える</a:t>
            </a:r>
            <a:r>
              <a:rPr lang="en-US" sz="3200" b="1" dirty="0">
                <a:solidFill>
                  <a:srgbClr val="F8FAFC"/>
                </a:solidFill>
                <a:latin typeface="Trebuchet MS" pitchFamily="34" charset="0"/>
                <a:ea typeface="Trebuchet MS" pitchFamily="34" charset="-122"/>
                <a:cs typeface="Trebuchet MS" pitchFamily="34" charset="-120"/>
              </a:rPr>
              <a:t>3つの要素</a:t>
            </a:r>
            <a:endParaRPr lang="en-US" sz="3200" dirty="0"/>
          </a:p>
        </p:txBody>
      </p:sp>
      <p:sp>
        <p:nvSpPr>
          <p:cNvPr id="4" name="Shape 2"/>
          <p:cNvSpPr/>
          <p:nvPr/>
        </p:nvSpPr>
        <p:spPr>
          <a:xfrm>
            <a:off x="731520" y="1645920"/>
            <a:ext cx="2468880" cy="2651760"/>
          </a:xfrm>
          <a:prstGeom prst="roundRect">
            <a:avLst>
              <a:gd name="adj" fmla="val 2963"/>
            </a:avLst>
          </a:prstGeom>
          <a:solidFill>
            <a:srgbClr val="1E293B"/>
          </a:solidFill>
          <a:ln/>
        </p:spPr>
        <p:txBody>
          <a:bodyPr/>
          <a:lstStyle/>
          <a:p>
            <a:endParaRPr lang="ja-JP" altLang="en-US"/>
          </a:p>
        </p:txBody>
      </p:sp>
      <p:sp>
        <p:nvSpPr>
          <p:cNvPr id="5" name="Shape 3"/>
          <p:cNvSpPr/>
          <p:nvPr/>
        </p:nvSpPr>
        <p:spPr>
          <a:xfrm>
            <a:off x="1645920" y="1874520"/>
            <a:ext cx="640080" cy="640080"/>
          </a:xfrm>
          <a:prstGeom prst="ellipse">
            <a:avLst/>
          </a:prstGeom>
          <a:solidFill>
            <a:srgbClr val="22D3EE">
              <a:alpha val="18000"/>
            </a:srgbClr>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783080" y="2011680"/>
            <a:ext cx="365760" cy="365760"/>
          </a:xfrm>
          <a:prstGeom prst="rect">
            <a:avLst/>
          </a:prstGeom>
        </p:spPr>
      </p:pic>
      <p:sp>
        <p:nvSpPr>
          <p:cNvPr id="7" name="Text 4"/>
          <p:cNvSpPr/>
          <p:nvPr/>
        </p:nvSpPr>
        <p:spPr>
          <a:xfrm>
            <a:off x="914400" y="2651760"/>
            <a:ext cx="2103120" cy="320040"/>
          </a:xfrm>
          <a:prstGeom prst="rect">
            <a:avLst/>
          </a:prstGeom>
          <a:noFill/>
          <a:ln/>
        </p:spPr>
        <p:txBody>
          <a:bodyPr wrap="square" lIns="0" tIns="0" rIns="0" bIns="0" rtlCol="0" anchor="ctr"/>
          <a:lstStyle/>
          <a:p>
            <a:pPr marL="0" indent="0" algn="ctr">
              <a:buNone/>
            </a:pPr>
            <a:r>
              <a:rPr lang="en-US" sz="1800" b="1">
                <a:solidFill>
                  <a:srgbClr val="22D3EE"/>
                </a:solidFill>
                <a:latin typeface="Trebuchet MS" pitchFamily="34" charset="0"/>
                <a:ea typeface="Trebuchet MS" pitchFamily="34" charset="-122"/>
                <a:cs typeface="Trebuchet MS" pitchFamily="34" charset="-120"/>
              </a:rPr>
              <a:t>Material</a:t>
            </a:r>
            <a:endParaRPr lang="en-US" sz="1800" dirty="0"/>
          </a:p>
        </p:txBody>
      </p:sp>
      <p:sp>
        <p:nvSpPr>
          <p:cNvPr id="8" name="Text 5"/>
          <p:cNvSpPr/>
          <p:nvPr/>
        </p:nvSpPr>
        <p:spPr>
          <a:xfrm>
            <a:off x="914400" y="2971800"/>
            <a:ext cx="2103120" cy="27432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マテリアル</a:t>
            </a:r>
            <a:endParaRPr lang="en-US" sz="1100" dirty="0"/>
          </a:p>
        </p:txBody>
      </p:sp>
      <p:sp>
        <p:nvSpPr>
          <p:cNvPr id="9" name="Text 6"/>
          <p:cNvSpPr/>
          <p:nvPr/>
        </p:nvSpPr>
        <p:spPr>
          <a:xfrm>
            <a:off x="914400" y="3291840"/>
            <a:ext cx="2103120" cy="914400"/>
          </a:xfrm>
          <a:prstGeom prst="rect">
            <a:avLst/>
          </a:prstGeom>
          <a:noFill/>
          <a:ln/>
        </p:spPr>
        <p:txBody>
          <a:bodyPr wrap="square" lIns="0" tIns="0" rIns="0" bIns="0" rtlCol="0" anchor="ctr"/>
          <a:lstStyle/>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物体の表面の</a:t>
            </a:r>
            <a:endParaRPr lang="en-US" sz="1100" dirty="0"/>
          </a:p>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質感や色を</a:t>
            </a:r>
            <a:endParaRPr lang="en-US" sz="1100" dirty="0"/>
          </a:p>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決める設定</a:t>
            </a:r>
            <a:endParaRPr lang="en-US" sz="1100" dirty="0"/>
          </a:p>
        </p:txBody>
      </p:sp>
      <p:sp>
        <p:nvSpPr>
          <p:cNvPr id="10" name="Shape 7"/>
          <p:cNvSpPr/>
          <p:nvPr/>
        </p:nvSpPr>
        <p:spPr>
          <a:xfrm>
            <a:off x="3429000" y="1645920"/>
            <a:ext cx="2468880" cy="2651760"/>
          </a:xfrm>
          <a:prstGeom prst="roundRect">
            <a:avLst>
              <a:gd name="adj" fmla="val 2963"/>
            </a:avLst>
          </a:prstGeom>
          <a:solidFill>
            <a:srgbClr val="1E293B"/>
          </a:solidFill>
          <a:ln/>
        </p:spPr>
        <p:txBody>
          <a:bodyPr/>
          <a:lstStyle/>
          <a:p>
            <a:endParaRPr lang="ja-JP" altLang="en-US"/>
          </a:p>
        </p:txBody>
      </p:sp>
      <p:sp>
        <p:nvSpPr>
          <p:cNvPr id="11" name="Shape 8"/>
          <p:cNvSpPr/>
          <p:nvPr/>
        </p:nvSpPr>
        <p:spPr>
          <a:xfrm>
            <a:off x="4343400" y="1874520"/>
            <a:ext cx="640080" cy="640080"/>
          </a:xfrm>
          <a:prstGeom prst="ellipse">
            <a:avLst/>
          </a:prstGeom>
          <a:solidFill>
            <a:srgbClr val="EC4899">
              <a:alpha val="18000"/>
            </a:srgbClr>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4480560" y="2011680"/>
            <a:ext cx="365760" cy="365760"/>
          </a:xfrm>
          <a:prstGeom prst="rect">
            <a:avLst/>
          </a:prstGeom>
        </p:spPr>
      </p:pic>
      <p:sp>
        <p:nvSpPr>
          <p:cNvPr id="13" name="Text 9"/>
          <p:cNvSpPr/>
          <p:nvPr/>
        </p:nvSpPr>
        <p:spPr>
          <a:xfrm>
            <a:off x="3611880" y="2651760"/>
            <a:ext cx="2103120" cy="320040"/>
          </a:xfrm>
          <a:prstGeom prst="rect">
            <a:avLst/>
          </a:prstGeom>
          <a:noFill/>
          <a:ln/>
        </p:spPr>
        <p:txBody>
          <a:bodyPr wrap="square" lIns="0" tIns="0" rIns="0" bIns="0" rtlCol="0" anchor="ctr"/>
          <a:lstStyle/>
          <a:p>
            <a:pPr marL="0" indent="0" algn="ctr">
              <a:buNone/>
            </a:pPr>
            <a:r>
              <a:rPr lang="en-US" sz="1800" b="1">
                <a:solidFill>
                  <a:srgbClr val="EC4899"/>
                </a:solidFill>
                <a:latin typeface="Trebuchet MS" pitchFamily="34" charset="0"/>
                <a:ea typeface="Trebuchet MS" pitchFamily="34" charset="-122"/>
                <a:cs typeface="Trebuchet MS" pitchFamily="34" charset="-120"/>
              </a:rPr>
              <a:t>Light</a:t>
            </a:r>
            <a:endParaRPr lang="en-US" sz="1800" dirty="0"/>
          </a:p>
        </p:txBody>
      </p:sp>
      <p:sp>
        <p:nvSpPr>
          <p:cNvPr id="14" name="Text 10"/>
          <p:cNvSpPr/>
          <p:nvPr/>
        </p:nvSpPr>
        <p:spPr>
          <a:xfrm>
            <a:off x="3611880" y="2971800"/>
            <a:ext cx="2103120" cy="27432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ライト</a:t>
            </a:r>
            <a:endParaRPr lang="en-US" sz="1100" dirty="0"/>
          </a:p>
        </p:txBody>
      </p:sp>
      <p:sp>
        <p:nvSpPr>
          <p:cNvPr id="15" name="Text 11"/>
          <p:cNvSpPr/>
          <p:nvPr/>
        </p:nvSpPr>
        <p:spPr>
          <a:xfrm>
            <a:off x="3611880" y="3291840"/>
            <a:ext cx="2103120" cy="914400"/>
          </a:xfrm>
          <a:prstGeom prst="rect">
            <a:avLst/>
          </a:prstGeom>
          <a:noFill/>
          <a:ln/>
        </p:spPr>
        <p:txBody>
          <a:bodyPr wrap="square" lIns="0" tIns="0" rIns="0" bIns="0" rtlCol="0" anchor="ctr"/>
          <a:lstStyle/>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空間を照らし</a:t>
            </a:r>
            <a:endParaRPr lang="en-US" sz="1100" dirty="0"/>
          </a:p>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陰影を生み出す</a:t>
            </a:r>
            <a:endParaRPr lang="en-US" sz="1100" dirty="0"/>
          </a:p>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光源</a:t>
            </a:r>
            <a:endParaRPr lang="en-US" sz="1100" dirty="0"/>
          </a:p>
        </p:txBody>
      </p:sp>
      <p:sp>
        <p:nvSpPr>
          <p:cNvPr id="16" name="Shape 12"/>
          <p:cNvSpPr/>
          <p:nvPr/>
        </p:nvSpPr>
        <p:spPr>
          <a:xfrm>
            <a:off x="6126480" y="1645920"/>
            <a:ext cx="2468880" cy="2651760"/>
          </a:xfrm>
          <a:prstGeom prst="roundRect">
            <a:avLst>
              <a:gd name="adj" fmla="val 2963"/>
            </a:avLst>
          </a:prstGeom>
          <a:solidFill>
            <a:srgbClr val="1E293B"/>
          </a:solidFill>
          <a:ln/>
        </p:spPr>
        <p:txBody>
          <a:bodyPr/>
          <a:lstStyle/>
          <a:p>
            <a:endParaRPr lang="ja-JP" altLang="en-US"/>
          </a:p>
        </p:txBody>
      </p:sp>
      <p:sp>
        <p:nvSpPr>
          <p:cNvPr id="17" name="Shape 13"/>
          <p:cNvSpPr/>
          <p:nvPr/>
        </p:nvSpPr>
        <p:spPr>
          <a:xfrm>
            <a:off x="7040880" y="1874520"/>
            <a:ext cx="640080" cy="640080"/>
          </a:xfrm>
          <a:prstGeom prst="ellipse">
            <a:avLst/>
          </a:prstGeom>
          <a:solidFill>
            <a:srgbClr val="A3E635">
              <a:alpha val="18000"/>
            </a:srgbClr>
          </a:solidFill>
          <a:ln/>
        </p:spPr>
        <p:txBody>
          <a:bodyPr/>
          <a:lstStyle/>
          <a:p>
            <a:endParaRPr lang="ja-JP" altLang="en-US"/>
          </a:p>
        </p:txBody>
      </p:sp>
      <p:pic>
        <p:nvPicPr>
          <p:cNvPr id="18" name="Image 2" descr="preencoded.png"/>
          <p:cNvPicPr>
            <a:picLocks noChangeAspect="1"/>
          </p:cNvPicPr>
          <p:nvPr/>
        </p:nvPicPr>
        <p:blipFill>
          <a:blip r:embed="rId5"/>
          <a:stretch>
            <a:fillRect/>
          </a:stretch>
        </p:blipFill>
        <p:spPr>
          <a:xfrm>
            <a:off x="7178040" y="2011680"/>
            <a:ext cx="365760" cy="365760"/>
          </a:xfrm>
          <a:prstGeom prst="rect">
            <a:avLst/>
          </a:prstGeom>
        </p:spPr>
      </p:pic>
      <p:sp>
        <p:nvSpPr>
          <p:cNvPr id="19" name="Text 14"/>
          <p:cNvSpPr/>
          <p:nvPr/>
        </p:nvSpPr>
        <p:spPr>
          <a:xfrm>
            <a:off x="6309360" y="2651760"/>
            <a:ext cx="2103120" cy="320040"/>
          </a:xfrm>
          <a:prstGeom prst="rect">
            <a:avLst/>
          </a:prstGeom>
          <a:noFill/>
          <a:ln/>
        </p:spPr>
        <p:txBody>
          <a:bodyPr wrap="square" lIns="0" tIns="0" rIns="0" bIns="0" rtlCol="0" anchor="ctr"/>
          <a:lstStyle/>
          <a:p>
            <a:pPr marL="0" indent="0" algn="ctr">
              <a:buNone/>
            </a:pPr>
            <a:r>
              <a:rPr lang="en-US" sz="1800" b="1">
                <a:solidFill>
                  <a:srgbClr val="A3E635"/>
                </a:solidFill>
                <a:latin typeface="Trebuchet MS" pitchFamily="34" charset="0"/>
                <a:ea typeface="Trebuchet MS" pitchFamily="34" charset="-122"/>
                <a:cs typeface="Trebuchet MS" pitchFamily="34" charset="-120"/>
              </a:rPr>
              <a:t>Shadow</a:t>
            </a:r>
            <a:endParaRPr lang="en-US" sz="1800" dirty="0"/>
          </a:p>
        </p:txBody>
      </p:sp>
      <p:sp>
        <p:nvSpPr>
          <p:cNvPr id="20" name="Text 15"/>
          <p:cNvSpPr/>
          <p:nvPr/>
        </p:nvSpPr>
        <p:spPr>
          <a:xfrm>
            <a:off x="6309360" y="2971800"/>
            <a:ext cx="2103120" cy="27432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シャドウ</a:t>
            </a:r>
            <a:endParaRPr lang="en-US" sz="1100" dirty="0"/>
          </a:p>
        </p:txBody>
      </p:sp>
      <p:sp>
        <p:nvSpPr>
          <p:cNvPr id="21" name="Text 16"/>
          <p:cNvSpPr/>
          <p:nvPr/>
        </p:nvSpPr>
        <p:spPr>
          <a:xfrm>
            <a:off x="6309360" y="3291840"/>
            <a:ext cx="2103120" cy="914400"/>
          </a:xfrm>
          <a:prstGeom prst="rect">
            <a:avLst/>
          </a:prstGeom>
          <a:noFill/>
          <a:ln/>
        </p:spPr>
        <p:txBody>
          <a:bodyPr wrap="square" lIns="0" tIns="0" rIns="0" bIns="0" rtlCol="0" anchor="ctr"/>
          <a:lstStyle/>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物体が落とす影で</a:t>
            </a:r>
            <a:endParaRPr lang="en-US" sz="1100" dirty="0"/>
          </a:p>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立体感を高める</a:t>
            </a:r>
            <a:endParaRPr lang="en-US" sz="1100" dirty="0"/>
          </a:p>
          <a:p>
            <a:pPr marL="0" indent="0" algn="ctr">
              <a:lnSpc>
                <a:spcPct val="125000"/>
              </a:lnSpc>
              <a:buNone/>
            </a:pPr>
            <a:r>
              <a:rPr lang="en-US" sz="1100">
                <a:solidFill>
                  <a:srgbClr val="F8FAFC"/>
                </a:solidFill>
                <a:latin typeface="Calibri" pitchFamily="34" charset="0"/>
                <a:ea typeface="Calibri" pitchFamily="34" charset="-122"/>
                <a:cs typeface="Calibri" pitchFamily="34" charset="-120"/>
              </a:rPr>
              <a:t>影</a:t>
            </a:r>
            <a:endParaRPr lang="en-US" sz="1100" dirty="0"/>
          </a:p>
        </p:txBody>
      </p:sp>
      <p:sp>
        <p:nvSpPr>
          <p:cNvPr id="22" name="Text 17"/>
          <p:cNvSpPr/>
          <p:nvPr/>
        </p:nvSpPr>
        <p:spPr>
          <a:xfrm>
            <a:off x="731520" y="4434840"/>
            <a:ext cx="7680960" cy="27432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この3</a:t>
            </a:r>
            <a:r>
              <a:rPr lang="en-US" sz="1100">
                <a:solidFill>
                  <a:srgbClr val="94A3B8"/>
                </a:solidFill>
                <a:latin typeface="Calibri" pitchFamily="34" charset="0"/>
                <a:ea typeface="Calibri" pitchFamily="34" charset="-122"/>
                <a:cs typeface="Calibri" pitchFamily="34" charset="-120"/>
              </a:rPr>
              <a:t>つが揃うと</a:t>
            </a:r>
            <a:r>
              <a:rPr lang="en-US" sz="1100" dirty="0">
                <a:solidFill>
                  <a:srgbClr val="94A3B8"/>
                </a:solidFill>
                <a:latin typeface="Calibri" pitchFamily="34" charset="0"/>
                <a:ea typeface="Calibri" pitchFamily="34" charset="-122"/>
                <a:cs typeface="Calibri" pitchFamily="34" charset="-120"/>
              </a:rPr>
              <a:t>、</a:t>
            </a:r>
            <a:r>
              <a:rPr lang="en-US" sz="1100">
                <a:solidFill>
                  <a:srgbClr val="94A3B8"/>
                </a:solidFill>
                <a:latin typeface="Calibri" pitchFamily="34" charset="0"/>
                <a:ea typeface="Calibri" pitchFamily="34" charset="-122"/>
                <a:cs typeface="Calibri" pitchFamily="34" charset="-120"/>
              </a:rPr>
              <a:t>立体感とリアリティが生まれる</a:t>
            </a:r>
            <a:endParaRPr lang="en-US" sz="1100" dirty="0"/>
          </a:p>
        </p:txBody>
      </p:sp>
      <p:sp>
        <p:nvSpPr>
          <p:cNvPr id="23" name="Text 18"/>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4" name="Text 19"/>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ELEMENT 01</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Material </a:t>
            </a:r>
            <a:r>
              <a:rPr lang="en-US" sz="3200" b="1" dirty="0">
                <a:solidFill>
                  <a:srgbClr val="F8FAFC"/>
                </a:solidFill>
                <a:latin typeface="Trebuchet MS" pitchFamily="34" charset="0"/>
                <a:ea typeface="Trebuchet MS" pitchFamily="34" charset="-122"/>
                <a:cs typeface="Trebuchet MS" pitchFamily="34" charset="-120"/>
              </a:rPr>
              <a:t>— </a:t>
            </a:r>
            <a:r>
              <a:rPr lang="en-US" sz="3200" b="1">
                <a:solidFill>
                  <a:srgbClr val="F8FAFC"/>
                </a:solidFill>
                <a:latin typeface="Trebuchet MS" pitchFamily="34" charset="0"/>
                <a:ea typeface="Trebuchet MS" pitchFamily="34" charset="-122"/>
                <a:cs typeface="Trebuchet MS" pitchFamily="34" charset="-120"/>
              </a:rPr>
              <a:t>表面の質感</a:t>
            </a:r>
            <a:endParaRPr lang="en-US" sz="3200" dirty="0"/>
          </a:p>
        </p:txBody>
      </p:sp>
      <p:sp>
        <p:nvSpPr>
          <p:cNvPr id="4" name="Text 2"/>
          <p:cNvSpPr/>
          <p:nvPr/>
        </p:nvSpPr>
        <p:spPr>
          <a:xfrm>
            <a:off x="731520" y="1463040"/>
            <a:ext cx="7680960" cy="365760"/>
          </a:xfrm>
          <a:prstGeom prst="rect">
            <a:avLst/>
          </a:prstGeom>
          <a:noFill/>
          <a:ln/>
        </p:spPr>
        <p:txBody>
          <a:bodyPr wrap="square" lIns="0" tIns="0" rIns="0" bIns="0" rtlCol="0" anchor="ctr"/>
          <a:lstStyle/>
          <a:p>
            <a:pPr marL="0" indent="0">
              <a:buNone/>
            </a:pPr>
            <a:r>
              <a:rPr lang="en-US" sz="1500">
                <a:solidFill>
                  <a:srgbClr val="94A3B8"/>
                </a:solidFill>
                <a:latin typeface="Calibri" pitchFamily="34" charset="0"/>
                <a:ea typeface="Calibri" pitchFamily="34" charset="-122"/>
                <a:cs typeface="Calibri" pitchFamily="34" charset="-120"/>
              </a:rPr>
              <a:t>物体の色</a:t>
            </a:r>
            <a:r>
              <a:rPr lang="en-US" sz="1500" dirty="0">
                <a:solidFill>
                  <a:srgbClr val="94A3B8"/>
                </a:solidFill>
                <a:latin typeface="Calibri" pitchFamily="34" charset="0"/>
                <a:ea typeface="Calibri" pitchFamily="34" charset="-122"/>
                <a:cs typeface="Calibri" pitchFamily="34" charset="-120"/>
              </a:rPr>
              <a:t>・</a:t>
            </a:r>
            <a:r>
              <a:rPr lang="en-US" sz="1500">
                <a:solidFill>
                  <a:srgbClr val="94A3B8"/>
                </a:solidFill>
                <a:latin typeface="Calibri" pitchFamily="34" charset="0"/>
                <a:ea typeface="Calibri" pitchFamily="34" charset="-122"/>
                <a:cs typeface="Calibri" pitchFamily="34" charset="-120"/>
              </a:rPr>
              <a:t>粗さ</a:t>
            </a:r>
            <a:r>
              <a:rPr lang="en-US" sz="1500" dirty="0">
                <a:solidFill>
                  <a:srgbClr val="94A3B8"/>
                </a:solidFill>
                <a:latin typeface="Calibri" pitchFamily="34" charset="0"/>
                <a:ea typeface="Calibri" pitchFamily="34" charset="-122"/>
                <a:cs typeface="Calibri" pitchFamily="34" charset="-120"/>
              </a:rPr>
              <a:t>・</a:t>
            </a:r>
            <a:r>
              <a:rPr lang="en-US" sz="1500">
                <a:solidFill>
                  <a:srgbClr val="94A3B8"/>
                </a:solidFill>
                <a:latin typeface="Calibri" pitchFamily="34" charset="0"/>
                <a:ea typeface="Calibri" pitchFamily="34" charset="-122"/>
                <a:cs typeface="Calibri" pitchFamily="34" charset="-120"/>
              </a:rPr>
              <a:t>金属感を決める、表面の見た目の設定</a:t>
            </a:r>
            <a:endParaRPr lang="en-US" sz="1500" dirty="0"/>
          </a:p>
        </p:txBody>
      </p:sp>
      <p:sp>
        <p:nvSpPr>
          <p:cNvPr id="5" name="Shape 3"/>
          <p:cNvSpPr/>
          <p:nvPr/>
        </p:nvSpPr>
        <p:spPr>
          <a:xfrm>
            <a:off x="731520" y="1965960"/>
            <a:ext cx="7680960" cy="1005840"/>
          </a:xfrm>
          <a:prstGeom prst="roundRect">
            <a:avLst>
              <a:gd name="adj" fmla="val 5455"/>
            </a:avLst>
          </a:prstGeom>
          <a:solidFill>
            <a:srgbClr val="1A1A2E"/>
          </a:solidFill>
          <a:ln/>
        </p:spPr>
        <p:txBody>
          <a:bodyPr/>
          <a:lstStyle/>
          <a:p>
            <a:endParaRPr lang="ja-JP" altLang="en-US"/>
          </a:p>
        </p:txBody>
      </p:sp>
      <p:sp>
        <p:nvSpPr>
          <p:cNvPr id="6" name="Text 4"/>
          <p:cNvSpPr/>
          <p:nvPr/>
        </p:nvSpPr>
        <p:spPr>
          <a:xfrm>
            <a:off x="1005840" y="2103120"/>
            <a:ext cx="7132320" cy="731520"/>
          </a:xfrm>
          <a:prstGeom prst="rect">
            <a:avLst/>
          </a:prstGeom>
          <a:noFill/>
          <a:ln/>
        </p:spPr>
        <p:txBody>
          <a:bodyPr wrap="square" lIns="0" tIns="0" rIns="0" bIns="0" rtlCol="0" anchor="t"/>
          <a:lstStyle/>
          <a:p>
            <a:pPr marL="0" indent="0">
              <a:lnSpc>
                <a:spcPct val="115000"/>
              </a:lnSpc>
              <a:buNone/>
            </a:pPr>
            <a:r>
              <a:rPr lang="en-US" sz="1300">
                <a:solidFill>
                  <a:srgbClr val="94A3B8"/>
                </a:solidFill>
                <a:latin typeface="Consolas" pitchFamily="34" charset="0"/>
                <a:ea typeface="Consolas" pitchFamily="34" charset="-122"/>
                <a:cs typeface="Consolas" pitchFamily="34" charset="-120"/>
              </a:rPr>
              <a:t>const material = new THREE.MeshStandardMaterial({</a:t>
            </a:r>
            <a:endParaRPr lang="en-US" sz="1300"/>
          </a:p>
          <a:p>
            <a:pPr marL="0" indent="0">
              <a:lnSpc>
                <a:spcPct val="115000"/>
              </a:lnSpc>
              <a:buNone/>
            </a:pPr>
            <a:r>
              <a:rPr lang="en-US" sz="1300">
                <a:solidFill>
                  <a:srgbClr val="F8FAFC"/>
                </a:solidFill>
                <a:latin typeface="Consolas" pitchFamily="34" charset="0"/>
                <a:ea typeface="Consolas" pitchFamily="34" charset="-122"/>
                <a:cs typeface="Consolas" pitchFamily="34" charset="-120"/>
              </a:rPr>
              <a:t>  color: 0x3b82f6,             // 基本色</a:t>
            </a:r>
            <a:endParaRPr lang="en-US" sz="1300" dirty="0"/>
          </a:p>
          <a:p>
            <a:pPr marL="0" indent="0">
              <a:lnSpc>
                <a:spcPct val="115000"/>
              </a:lnSpc>
              <a:buNone/>
            </a:pPr>
            <a:r>
              <a:rPr lang="en-US" sz="1300">
                <a:solidFill>
                  <a:srgbClr val="A3E635"/>
                </a:solidFill>
                <a:latin typeface="Consolas" pitchFamily="34" charset="0"/>
                <a:ea typeface="Consolas" pitchFamily="34" charset="-122"/>
                <a:cs typeface="Consolas" pitchFamily="34" charset="-120"/>
              </a:rPr>
              <a:t>  roughness: 0.4, metalness: 0.6 });</a:t>
            </a:r>
            <a:endParaRPr lang="en-US" sz="1300" dirty="0"/>
          </a:p>
        </p:txBody>
      </p:sp>
      <p:pic>
        <p:nvPicPr>
          <p:cNvPr id="7" name="Image 0" descr="preencoded.png"/>
          <p:cNvPicPr>
            <a:picLocks noChangeAspect="1"/>
          </p:cNvPicPr>
          <p:nvPr/>
        </p:nvPicPr>
        <p:blipFill>
          <a:blip r:embed="rId3"/>
          <a:stretch>
            <a:fillRect/>
          </a:stretch>
        </p:blipFill>
        <p:spPr>
          <a:xfrm>
            <a:off x="731520" y="3227832"/>
            <a:ext cx="228600" cy="228600"/>
          </a:xfrm>
          <a:prstGeom prst="rect">
            <a:avLst/>
          </a:prstGeom>
        </p:spPr>
      </p:pic>
      <p:sp>
        <p:nvSpPr>
          <p:cNvPr id="8" name="Text 5"/>
          <p:cNvSpPr/>
          <p:nvPr/>
        </p:nvSpPr>
        <p:spPr>
          <a:xfrm>
            <a:off x="1097280" y="3200400"/>
            <a:ext cx="2103120" cy="320040"/>
          </a:xfrm>
          <a:prstGeom prst="rect">
            <a:avLst/>
          </a:prstGeom>
          <a:noFill/>
          <a:ln/>
        </p:spPr>
        <p:txBody>
          <a:bodyPr wrap="square" lIns="0" tIns="0" rIns="0" bIns="0" rtlCol="0" anchor="ctr"/>
          <a:lstStyle/>
          <a:p>
            <a:pPr marL="0" indent="0">
              <a:buNone/>
            </a:pPr>
            <a:r>
              <a:rPr lang="en-US" sz="1300" b="1">
                <a:solidFill>
                  <a:srgbClr val="22D3EE"/>
                </a:solidFill>
                <a:latin typeface="Trebuchet MS" pitchFamily="34" charset="0"/>
                <a:ea typeface="Trebuchet MS" pitchFamily="34" charset="-122"/>
                <a:cs typeface="Trebuchet MS" pitchFamily="34" charset="-120"/>
              </a:rPr>
              <a:t>color</a:t>
            </a:r>
            <a:endParaRPr lang="en-US" sz="1300" dirty="0"/>
          </a:p>
        </p:txBody>
      </p:sp>
      <p:sp>
        <p:nvSpPr>
          <p:cNvPr id="9" name="Text 6"/>
          <p:cNvSpPr/>
          <p:nvPr/>
        </p:nvSpPr>
        <p:spPr>
          <a:xfrm>
            <a:off x="3108960" y="3200400"/>
            <a:ext cx="5120640" cy="32004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物体の基本となる色を設定する</a:t>
            </a:r>
            <a:endParaRPr lang="en-US" sz="1200" dirty="0"/>
          </a:p>
        </p:txBody>
      </p:sp>
      <p:pic>
        <p:nvPicPr>
          <p:cNvPr id="10" name="Image 1" descr="preencoded.png"/>
          <p:cNvPicPr>
            <a:picLocks noChangeAspect="1"/>
          </p:cNvPicPr>
          <p:nvPr/>
        </p:nvPicPr>
        <p:blipFill>
          <a:blip r:embed="rId3"/>
          <a:stretch>
            <a:fillRect/>
          </a:stretch>
        </p:blipFill>
        <p:spPr>
          <a:xfrm>
            <a:off x="731520" y="3730752"/>
            <a:ext cx="228600" cy="228600"/>
          </a:xfrm>
          <a:prstGeom prst="rect">
            <a:avLst/>
          </a:prstGeom>
        </p:spPr>
      </p:pic>
      <p:sp>
        <p:nvSpPr>
          <p:cNvPr id="11" name="Text 7"/>
          <p:cNvSpPr/>
          <p:nvPr/>
        </p:nvSpPr>
        <p:spPr>
          <a:xfrm>
            <a:off x="1097280" y="3703320"/>
            <a:ext cx="2103120" cy="320040"/>
          </a:xfrm>
          <a:prstGeom prst="rect">
            <a:avLst/>
          </a:prstGeom>
          <a:noFill/>
          <a:ln/>
        </p:spPr>
        <p:txBody>
          <a:bodyPr wrap="square" lIns="0" tIns="0" rIns="0" bIns="0" rtlCol="0" anchor="ctr"/>
          <a:lstStyle/>
          <a:p>
            <a:pPr marL="0" indent="0">
              <a:buNone/>
            </a:pPr>
            <a:r>
              <a:rPr lang="en-US" sz="1300" b="1">
                <a:solidFill>
                  <a:srgbClr val="22D3EE"/>
                </a:solidFill>
                <a:latin typeface="Trebuchet MS" pitchFamily="34" charset="0"/>
                <a:ea typeface="Trebuchet MS" pitchFamily="34" charset="-122"/>
                <a:cs typeface="Trebuchet MS" pitchFamily="34" charset="-120"/>
              </a:rPr>
              <a:t>roughness</a:t>
            </a:r>
            <a:endParaRPr lang="en-US" sz="1300" dirty="0"/>
          </a:p>
        </p:txBody>
      </p:sp>
      <p:sp>
        <p:nvSpPr>
          <p:cNvPr id="12" name="Text 8"/>
          <p:cNvSpPr/>
          <p:nvPr/>
        </p:nvSpPr>
        <p:spPr>
          <a:xfrm>
            <a:off x="3108960" y="3703320"/>
            <a:ext cx="5120640" cy="32004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0=つるつる 1=ざらざら。表面の粗さ</a:t>
            </a:r>
            <a:endParaRPr lang="en-US" sz="1200" dirty="0"/>
          </a:p>
        </p:txBody>
      </p:sp>
      <p:pic>
        <p:nvPicPr>
          <p:cNvPr id="13" name="Image 2" descr="preencoded.png"/>
          <p:cNvPicPr>
            <a:picLocks noChangeAspect="1"/>
          </p:cNvPicPr>
          <p:nvPr/>
        </p:nvPicPr>
        <p:blipFill>
          <a:blip r:embed="rId3"/>
          <a:stretch>
            <a:fillRect/>
          </a:stretch>
        </p:blipFill>
        <p:spPr>
          <a:xfrm>
            <a:off x="731520" y="4233672"/>
            <a:ext cx="228600" cy="228600"/>
          </a:xfrm>
          <a:prstGeom prst="rect">
            <a:avLst/>
          </a:prstGeom>
        </p:spPr>
      </p:pic>
      <p:sp>
        <p:nvSpPr>
          <p:cNvPr id="14" name="Text 9"/>
          <p:cNvSpPr/>
          <p:nvPr/>
        </p:nvSpPr>
        <p:spPr>
          <a:xfrm>
            <a:off x="1097280" y="4206240"/>
            <a:ext cx="2103120" cy="320040"/>
          </a:xfrm>
          <a:prstGeom prst="rect">
            <a:avLst/>
          </a:prstGeom>
          <a:noFill/>
          <a:ln/>
        </p:spPr>
        <p:txBody>
          <a:bodyPr wrap="square" lIns="0" tIns="0" rIns="0" bIns="0" rtlCol="0" anchor="ctr"/>
          <a:lstStyle/>
          <a:p>
            <a:pPr marL="0" indent="0">
              <a:buNone/>
            </a:pPr>
            <a:r>
              <a:rPr lang="en-US" sz="1300" b="1">
                <a:solidFill>
                  <a:srgbClr val="22D3EE"/>
                </a:solidFill>
                <a:latin typeface="Trebuchet MS" pitchFamily="34" charset="0"/>
                <a:ea typeface="Trebuchet MS" pitchFamily="34" charset="-122"/>
                <a:cs typeface="Trebuchet MS" pitchFamily="34" charset="-120"/>
              </a:rPr>
              <a:t>metalness</a:t>
            </a:r>
            <a:endParaRPr lang="en-US" sz="1300" dirty="0"/>
          </a:p>
        </p:txBody>
      </p:sp>
      <p:sp>
        <p:nvSpPr>
          <p:cNvPr id="15" name="Text 10"/>
          <p:cNvSpPr/>
          <p:nvPr/>
        </p:nvSpPr>
        <p:spPr>
          <a:xfrm>
            <a:off x="3108960" y="4206240"/>
            <a:ext cx="5120640" cy="32004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0=非金属 1=金属。金属らしさの度合い</a:t>
            </a:r>
            <a:endParaRPr lang="en-US" sz="1200" dirty="0"/>
          </a:p>
        </p:txBody>
      </p:sp>
      <p:sp>
        <p:nvSpPr>
          <p:cNvPr id="16" name="Text 11"/>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17" name="Text 12"/>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ELEMENT 02</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DirectionalLight </a:t>
            </a:r>
            <a:r>
              <a:rPr lang="en-US" sz="3200" b="1" dirty="0">
                <a:solidFill>
                  <a:srgbClr val="F8FAFC"/>
                </a:solidFill>
                <a:latin typeface="Trebuchet MS" pitchFamily="34" charset="0"/>
                <a:ea typeface="Trebuchet MS" pitchFamily="34" charset="-122"/>
                <a:cs typeface="Trebuchet MS" pitchFamily="34" charset="-120"/>
              </a:rPr>
              <a:t>— </a:t>
            </a:r>
            <a:r>
              <a:rPr lang="en-US" sz="3200" b="1">
                <a:solidFill>
                  <a:srgbClr val="F8FAFC"/>
                </a:solidFill>
                <a:latin typeface="Trebuchet MS" pitchFamily="34" charset="0"/>
                <a:ea typeface="Trebuchet MS" pitchFamily="34" charset="-122"/>
                <a:cs typeface="Trebuchet MS" pitchFamily="34" charset="-120"/>
              </a:rPr>
              <a:t>光源</a:t>
            </a:r>
            <a:endParaRPr lang="en-US" sz="3200" dirty="0"/>
          </a:p>
        </p:txBody>
      </p:sp>
      <p:sp>
        <p:nvSpPr>
          <p:cNvPr id="4" name="Text 2"/>
          <p:cNvSpPr/>
          <p:nvPr/>
        </p:nvSpPr>
        <p:spPr>
          <a:xfrm>
            <a:off x="731520" y="1463040"/>
            <a:ext cx="7680960" cy="365760"/>
          </a:xfrm>
          <a:prstGeom prst="rect">
            <a:avLst/>
          </a:prstGeom>
          <a:noFill/>
          <a:ln/>
        </p:spPr>
        <p:txBody>
          <a:bodyPr wrap="square" lIns="0" tIns="0" rIns="0" bIns="0" rtlCol="0" anchor="ctr"/>
          <a:lstStyle/>
          <a:p>
            <a:pPr marL="0" indent="0">
              <a:buNone/>
            </a:pPr>
            <a:r>
              <a:rPr lang="en-US" sz="1500">
                <a:solidFill>
                  <a:srgbClr val="94A3B8"/>
                </a:solidFill>
                <a:latin typeface="Calibri" pitchFamily="34" charset="0"/>
                <a:ea typeface="Calibri" pitchFamily="34" charset="-122"/>
                <a:cs typeface="Calibri" pitchFamily="34" charset="-120"/>
              </a:rPr>
              <a:t>太陽光のように一方向から平行に照らす、最も基本的なライト</a:t>
            </a:r>
            <a:endParaRPr lang="en-US" sz="1500" dirty="0"/>
          </a:p>
        </p:txBody>
      </p:sp>
      <p:sp>
        <p:nvSpPr>
          <p:cNvPr id="5" name="Shape 3"/>
          <p:cNvSpPr/>
          <p:nvPr/>
        </p:nvSpPr>
        <p:spPr>
          <a:xfrm>
            <a:off x="731520" y="1965960"/>
            <a:ext cx="7680960" cy="868680"/>
          </a:xfrm>
          <a:prstGeom prst="roundRect">
            <a:avLst>
              <a:gd name="adj" fmla="val 6316"/>
            </a:avLst>
          </a:prstGeom>
          <a:solidFill>
            <a:srgbClr val="1A1A2E"/>
          </a:solidFill>
          <a:ln/>
        </p:spPr>
        <p:txBody>
          <a:bodyPr/>
          <a:lstStyle/>
          <a:p>
            <a:endParaRPr lang="ja-JP" altLang="en-US"/>
          </a:p>
        </p:txBody>
      </p:sp>
      <p:sp>
        <p:nvSpPr>
          <p:cNvPr id="6" name="Text 4"/>
          <p:cNvSpPr/>
          <p:nvPr/>
        </p:nvSpPr>
        <p:spPr>
          <a:xfrm>
            <a:off x="1005840" y="2103120"/>
            <a:ext cx="7132320" cy="594360"/>
          </a:xfrm>
          <a:prstGeom prst="rect">
            <a:avLst/>
          </a:prstGeom>
          <a:noFill/>
          <a:ln/>
        </p:spPr>
        <p:txBody>
          <a:bodyPr wrap="square" lIns="0" tIns="0" rIns="0" bIns="0" rtlCol="0" anchor="t"/>
          <a:lstStyle/>
          <a:p>
            <a:pPr marL="0" indent="0">
              <a:lnSpc>
                <a:spcPct val="115000"/>
              </a:lnSpc>
              <a:buNone/>
            </a:pPr>
            <a:r>
              <a:rPr lang="en-US" sz="1200" dirty="0">
                <a:solidFill>
                  <a:srgbClr val="F8FAFC"/>
                </a:solidFill>
                <a:latin typeface="Consolas" pitchFamily="34" charset="0"/>
                <a:ea typeface="Consolas" pitchFamily="34" charset="-122"/>
                <a:cs typeface="Consolas" pitchFamily="34" charset="-120"/>
              </a:rPr>
              <a:t>const </a:t>
            </a:r>
            <a:r>
              <a:rPr lang="en-US" sz="1200">
                <a:solidFill>
                  <a:srgbClr val="F8FAFC"/>
                </a:solidFill>
                <a:latin typeface="Consolas" pitchFamily="34" charset="0"/>
                <a:ea typeface="Consolas" pitchFamily="34" charset="-122"/>
                <a:cs typeface="Consolas" pitchFamily="34" charset="-120"/>
              </a:rPr>
              <a:t>light </a:t>
            </a:r>
            <a:r>
              <a:rPr lang="en-US" sz="1200" dirty="0">
                <a:solidFill>
                  <a:srgbClr val="F8FAFC"/>
                </a:solidFill>
                <a:latin typeface="Consolas" pitchFamily="34" charset="0"/>
                <a:ea typeface="Consolas" pitchFamily="34" charset="-122"/>
                <a:cs typeface="Consolas" pitchFamily="34" charset="-120"/>
              </a:rPr>
              <a:t>= new THREE.</a:t>
            </a:r>
            <a:r>
              <a:rPr lang="en-US" sz="1200">
                <a:solidFill>
                  <a:srgbClr val="F8FAFC"/>
                </a:solidFill>
                <a:latin typeface="Consolas" pitchFamily="34" charset="0"/>
                <a:ea typeface="Consolas" pitchFamily="34" charset="-122"/>
                <a:cs typeface="Consolas" pitchFamily="34" charset="-120"/>
              </a:rPr>
              <a:t>DirectionalLight</a:t>
            </a:r>
            <a:r>
              <a:rPr lang="en-US" sz="1200" dirty="0">
                <a:solidFill>
                  <a:srgbClr val="F8FAFC"/>
                </a:solidFill>
                <a:latin typeface="Consolas" pitchFamily="34" charset="0"/>
                <a:ea typeface="Consolas" pitchFamily="34" charset="-122"/>
                <a:cs typeface="Consolas" pitchFamily="34" charset="-120"/>
              </a:rPr>
              <a:t>(</a:t>
            </a:r>
            <a:endParaRPr lang="en-US" sz="1200" dirty="0"/>
          </a:p>
          <a:p>
            <a:pPr marL="0" indent="0">
              <a:lnSpc>
                <a:spcPct val="115000"/>
              </a:lnSpc>
              <a:buNone/>
            </a:pPr>
            <a:r>
              <a:rPr lang="en-US" sz="1200" dirty="0">
                <a:solidFill>
                  <a:srgbClr val="F8FAFC"/>
                </a:solidFill>
                <a:latin typeface="Consolas" pitchFamily="34" charset="0"/>
                <a:ea typeface="Consolas" pitchFamily="34" charset="-122"/>
                <a:cs typeface="Consolas" pitchFamily="34" charset="-120"/>
              </a:rPr>
              <a:t>  </a:t>
            </a:r>
            <a:r>
              <a:rPr lang="en-US" sz="1200">
                <a:solidFill>
                  <a:srgbClr val="F8FAFC"/>
                </a:solidFill>
                <a:latin typeface="Consolas" pitchFamily="34" charset="0"/>
                <a:ea typeface="Consolas" pitchFamily="34" charset="-122"/>
                <a:cs typeface="Consolas" pitchFamily="34" charset="-120"/>
              </a:rPr>
              <a:t>0xffffff</a:t>
            </a:r>
            <a:r>
              <a:rPr lang="en-US" sz="1200" dirty="0">
                <a:solidFill>
                  <a:srgbClr val="F8FAFC"/>
                </a:solidFill>
                <a:latin typeface="Consolas" pitchFamily="34" charset="0"/>
                <a:ea typeface="Consolas" pitchFamily="34" charset="-122"/>
                <a:cs typeface="Consolas" pitchFamily="34" charset="-120"/>
              </a:rPr>
              <a:t>, </a:t>
            </a:r>
            <a:r>
              <a:rPr lang="en-US" sz="1200">
                <a:solidFill>
                  <a:srgbClr val="F8FAFC"/>
                </a:solidFill>
                <a:latin typeface="Consolas" pitchFamily="34" charset="0"/>
                <a:ea typeface="Consolas" pitchFamily="34" charset="-122"/>
                <a:cs typeface="Consolas" pitchFamily="34" charset="-120"/>
              </a:rPr>
              <a:t>1.0 );          // 色</a:t>
            </a:r>
            <a:r>
              <a:rPr lang="en-US" sz="1200" dirty="0">
                <a:solidFill>
                  <a:srgbClr val="F8FAFC"/>
                </a:solidFill>
                <a:latin typeface="Consolas" pitchFamily="34" charset="0"/>
                <a:ea typeface="Consolas" pitchFamily="34" charset="-122"/>
                <a:cs typeface="Consolas" pitchFamily="34" charset="-120"/>
              </a:rPr>
              <a:t>, </a:t>
            </a:r>
            <a:r>
              <a:rPr lang="en-US" sz="1200">
                <a:solidFill>
                  <a:srgbClr val="F8FAFC"/>
                </a:solidFill>
                <a:latin typeface="Consolas" pitchFamily="34" charset="0"/>
                <a:ea typeface="Consolas" pitchFamily="34" charset="-122"/>
                <a:cs typeface="Consolas" pitchFamily="34" charset="-120"/>
              </a:rPr>
              <a:t>強さ</a:t>
            </a:r>
            <a:endParaRPr lang="en-US" sz="1200" dirty="0"/>
          </a:p>
          <a:p>
            <a:pPr marL="0" indent="0">
              <a:lnSpc>
                <a:spcPct val="115000"/>
              </a:lnSpc>
              <a:buNone/>
            </a:pPr>
            <a:r>
              <a:rPr lang="en-US" sz="1200">
                <a:solidFill>
                  <a:srgbClr val="A3E635"/>
                </a:solidFill>
                <a:latin typeface="Consolas" pitchFamily="34" charset="0"/>
                <a:ea typeface="Consolas" pitchFamily="34" charset="-122"/>
                <a:cs typeface="Consolas" pitchFamily="34" charset="-120"/>
              </a:rPr>
              <a:t>light</a:t>
            </a:r>
            <a:r>
              <a:rPr lang="en-US" sz="1200" dirty="0">
                <a:solidFill>
                  <a:srgbClr val="A3E635"/>
                </a:solidFill>
                <a:latin typeface="Consolas" pitchFamily="34" charset="0"/>
                <a:ea typeface="Consolas" pitchFamily="34" charset="-122"/>
                <a:cs typeface="Consolas" pitchFamily="34" charset="-120"/>
              </a:rPr>
              <a:t>.position.</a:t>
            </a:r>
            <a:r>
              <a:rPr lang="en-US" sz="1200">
                <a:solidFill>
                  <a:srgbClr val="A3E635"/>
                </a:solidFill>
                <a:latin typeface="Consolas" pitchFamily="34" charset="0"/>
                <a:ea typeface="Consolas" pitchFamily="34" charset="-122"/>
                <a:cs typeface="Consolas" pitchFamily="34" charset="-120"/>
              </a:rPr>
              <a:t>set(</a:t>
            </a:r>
            <a:r>
              <a:rPr lang="en-US" sz="1200" dirty="0">
                <a:solidFill>
                  <a:srgbClr val="A3E635"/>
                </a:solidFill>
                <a:latin typeface="Consolas" pitchFamily="34" charset="0"/>
                <a:ea typeface="Consolas" pitchFamily="34" charset="-122"/>
                <a:cs typeface="Consolas" pitchFamily="34" charset="-120"/>
              </a:rPr>
              <a:t>5</a:t>
            </a:r>
            <a:r>
              <a:rPr lang="en-US" sz="1200">
                <a:solidFill>
                  <a:srgbClr val="A3E635"/>
                </a:solidFill>
                <a:latin typeface="Consolas" pitchFamily="34" charset="0"/>
                <a:ea typeface="Consolas" pitchFamily="34" charset="-122"/>
                <a:cs typeface="Consolas" pitchFamily="34" charset="-120"/>
              </a:rPr>
              <a:t>, 10, 7);</a:t>
            </a:r>
            <a:endParaRPr lang="en-US" sz="1200" dirty="0"/>
          </a:p>
        </p:txBody>
      </p:sp>
      <p:sp>
        <p:nvSpPr>
          <p:cNvPr id="7" name="Shape 5"/>
          <p:cNvSpPr/>
          <p:nvPr/>
        </p:nvSpPr>
        <p:spPr>
          <a:xfrm>
            <a:off x="731520" y="3063240"/>
            <a:ext cx="3657600" cy="640080"/>
          </a:xfrm>
          <a:prstGeom prst="roundRect">
            <a:avLst>
              <a:gd name="adj" fmla="val 8571"/>
            </a:avLst>
          </a:prstGeom>
          <a:solidFill>
            <a:srgbClr val="1E293B"/>
          </a:solidFill>
          <a:ln/>
        </p:spPr>
        <p:txBody>
          <a:bodyPr/>
          <a:lstStyle/>
          <a:p>
            <a:endParaRPr lang="ja-JP" altLang="en-US"/>
          </a:p>
        </p:txBody>
      </p:sp>
      <p:sp>
        <p:nvSpPr>
          <p:cNvPr id="8" name="Text 6"/>
          <p:cNvSpPr/>
          <p:nvPr/>
        </p:nvSpPr>
        <p:spPr>
          <a:xfrm>
            <a:off x="914400" y="3108960"/>
            <a:ext cx="1188720" cy="548640"/>
          </a:xfrm>
          <a:prstGeom prst="rect">
            <a:avLst/>
          </a:prstGeom>
          <a:noFill/>
          <a:ln/>
        </p:spPr>
        <p:txBody>
          <a:bodyPr wrap="square" lIns="0" tIns="0" rIns="0" bIns="0" rtlCol="0" anchor="ctr"/>
          <a:lstStyle/>
          <a:p>
            <a:pPr marL="0" indent="0">
              <a:buNone/>
            </a:pPr>
            <a:r>
              <a:rPr lang="en-US" sz="1400" b="1">
                <a:solidFill>
                  <a:srgbClr val="EC4899"/>
                </a:solidFill>
                <a:latin typeface="Consolas" pitchFamily="34" charset="0"/>
                <a:ea typeface="Consolas" pitchFamily="34" charset="-122"/>
                <a:cs typeface="Consolas" pitchFamily="34" charset="-120"/>
              </a:rPr>
              <a:t>color</a:t>
            </a:r>
            <a:endParaRPr lang="en-US" sz="1400" dirty="0"/>
          </a:p>
        </p:txBody>
      </p:sp>
      <p:sp>
        <p:nvSpPr>
          <p:cNvPr id="9" name="Text 7"/>
          <p:cNvSpPr/>
          <p:nvPr/>
        </p:nvSpPr>
        <p:spPr>
          <a:xfrm>
            <a:off x="2103120" y="3136392"/>
            <a:ext cx="2194560" cy="274320"/>
          </a:xfrm>
          <a:prstGeom prst="rect">
            <a:avLst/>
          </a:prstGeom>
          <a:noFill/>
          <a:ln/>
        </p:spPr>
        <p:txBody>
          <a:bodyPr wrap="square" lIns="0" tIns="0" rIns="0" bIns="0" rtlCol="0" anchor="ctr"/>
          <a:lstStyle/>
          <a:p>
            <a:pPr marL="0" indent="0">
              <a:buNone/>
            </a:pPr>
            <a:r>
              <a:rPr lang="en-US" sz="1200" b="1">
                <a:solidFill>
                  <a:srgbClr val="F8FAFC"/>
                </a:solidFill>
                <a:latin typeface="Trebuchet MS" pitchFamily="34" charset="0"/>
                <a:ea typeface="Trebuchet MS" pitchFamily="34" charset="-122"/>
                <a:cs typeface="Trebuchet MS" pitchFamily="34" charset="-120"/>
              </a:rPr>
              <a:t>光の色</a:t>
            </a:r>
            <a:endParaRPr lang="en-US" sz="1200" dirty="0"/>
          </a:p>
        </p:txBody>
      </p:sp>
      <p:sp>
        <p:nvSpPr>
          <p:cNvPr id="10" name="Text 8"/>
          <p:cNvSpPr/>
          <p:nvPr/>
        </p:nvSpPr>
        <p:spPr>
          <a:xfrm>
            <a:off x="2103120" y="3401568"/>
            <a:ext cx="219456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0xffffff が標準</a:t>
            </a:r>
            <a:endParaRPr lang="en-US" sz="1000" dirty="0"/>
          </a:p>
        </p:txBody>
      </p:sp>
      <p:sp>
        <p:nvSpPr>
          <p:cNvPr id="11" name="Shape 9"/>
          <p:cNvSpPr/>
          <p:nvPr/>
        </p:nvSpPr>
        <p:spPr>
          <a:xfrm>
            <a:off x="4663440" y="3063240"/>
            <a:ext cx="3657600" cy="640080"/>
          </a:xfrm>
          <a:prstGeom prst="roundRect">
            <a:avLst>
              <a:gd name="adj" fmla="val 8571"/>
            </a:avLst>
          </a:prstGeom>
          <a:solidFill>
            <a:srgbClr val="1E293B"/>
          </a:solidFill>
          <a:ln/>
        </p:spPr>
        <p:txBody>
          <a:bodyPr/>
          <a:lstStyle/>
          <a:p>
            <a:endParaRPr lang="ja-JP" altLang="en-US"/>
          </a:p>
        </p:txBody>
      </p:sp>
      <p:sp>
        <p:nvSpPr>
          <p:cNvPr id="12" name="Text 10"/>
          <p:cNvSpPr/>
          <p:nvPr/>
        </p:nvSpPr>
        <p:spPr>
          <a:xfrm>
            <a:off x="4846320" y="3108960"/>
            <a:ext cx="1188720" cy="548640"/>
          </a:xfrm>
          <a:prstGeom prst="rect">
            <a:avLst/>
          </a:prstGeom>
          <a:noFill/>
          <a:ln/>
        </p:spPr>
        <p:txBody>
          <a:bodyPr wrap="square" lIns="0" tIns="0" rIns="0" bIns="0" rtlCol="0" anchor="ctr"/>
          <a:lstStyle/>
          <a:p>
            <a:pPr marL="0" indent="0">
              <a:buNone/>
            </a:pPr>
            <a:r>
              <a:rPr lang="en-US" sz="1400" b="1">
                <a:solidFill>
                  <a:srgbClr val="EC4899"/>
                </a:solidFill>
                <a:latin typeface="Consolas" pitchFamily="34" charset="0"/>
                <a:ea typeface="Consolas" pitchFamily="34" charset="-122"/>
                <a:cs typeface="Consolas" pitchFamily="34" charset="-120"/>
              </a:rPr>
              <a:t>intensity</a:t>
            </a:r>
            <a:endParaRPr lang="en-US" sz="1400" dirty="0"/>
          </a:p>
        </p:txBody>
      </p:sp>
      <p:sp>
        <p:nvSpPr>
          <p:cNvPr id="13" name="Text 11"/>
          <p:cNvSpPr/>
          <p:nvPr/>
        </p:nvSpPr>
        <p:spPr>
          <a:xfrm>
            <a:off x="6035040" y="3136392"/>
            <a:ext cx="2194560" cy="274320"/>
          </a:xfrm>
          <a:prstGeom prst="rect">
            <a:avLst/>
          </a:prstGeom>
          <a:noFill/>
          <a:ln/>
        </p:spPr>
        <p:txBody>
          <a:bodyPr wrap="square" lIns="0" tIns="0" rIns="0" bIns="0" rtlCol="0" anchor="ctr"/>
          <a:lstStyle/>
          <a:p>
            <a:pPr marL="0" indent="0">
              <a:buNone/>
            </a:pPr>
            <a:r>
              <a:rPr lang="en-US" sz="1200" b="1">
                <a:solidFill>
                  <a:srgbClr val="F8FAFC"/>
                </a:solidFill>
                <a:latin typeface="Trebuchet MS" pitchFamily="34" charset="0"/>
                <a:ea typeface="Trebuchet MS" pitchFamily="34" charset="-122"/>
                <a:cs typeface="Trebuchet MS" pitchFamily="34" charset="-120"/>
              </a:rPr>
              <a:t>光の強さ</a:t>
            </a:r>
            <a:endParaRPr lang="en-US" sz="1200" dirty="0"/>
          </a:p>
        </p:txBody>
      </p:sp>
      <p:sp>
        <p:nvSpPr>
          <p:cNvPr id="14" name="Text 12"/>
          <p:cNvSpPr/>
          <p:nvPr/>
        </p:nvSpPr>
        <p:spPr>
          <a:xfrm>
            <a:off x="6035040" y="3401568"/>
            <a:ext cx="219456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1.0 が標準的</a:t>
            </a:r>
            <a:endParaRPr lang="en-US" sz="1000" dirty="0"/>
          </a:p>
        </p:txBody>
      </p:sp>
      <p:sp>
        <p:nvSpPr>
          <p:cNvPr id="15" name="Shape 13"/>
          <p:cNvSpPr/>
          <p:nvPr/>
        </p:nvSpPr>
        <p:spPr>
          <a:xfrm>
            <a:off x="731520" y="3840480"/>
            <a:ext cx="3657600" cy="640080"/>
          </a:xfrm>
          <a:prstGeom prst="roundRect">
            <a:avLst>
              <a:gd name="adj" fmla="val 8571"/>
            </a:avLst>
          </a:prstGeom>
          <a:solidFill>
            <a:srgbClr val="1E293B"/>
          </a:solidFill>
          <a:ln/>
        </p:spPr>
        <p:txBody>
          <a:bodyPr/>
          <a:lstStyle/>
          <a:p>
            <a:endParaRPr lang="ja-JP" altLang="en-US"/>
          </a:p>
        </p:txBody>
      </p:sp>
      <p:sp>
        <p:nvSpPr>
          <p:cNvPr id="16" name="Text 14"/>
          <p:cNvSpPr/>
          <p:nvPr/>
        </p:nvSpPr>
        <p:spPr>
          <a:xfrm>
            <a:off x="914400" y="3886200"/>
            <a:ext cx="1188720" cy="548640"/>
          </a:xfrm>
          <a:prstGeom prst="rect">
            <a:avLst/>
          </a:prstGeom>
          <a:noFill/>
          <a:ln/>
        </p:spPr>
        <p:txBody>
          <a:bodyPr wrap="square" lIns="0" tIns="0" rIns="0" bIns="0" rtlCol="0" anchor="ctr"/>
          <a:lstStyle/>
          <a:p>
            <a:pPr marL="0" indent="0">
              <a:buNone/>
            </a:pPr>
            <a:r>
              <a:rPr lang="en-US" sz="1400" b="1">
                <a:solidFill>
                  <a:srgbClr val="EC4899"/>
                </a:solidFill>
                <a:latin typeface="Consolas" pitchFamily="34" charset="0"/>
                <a:ea typeface="Consolas" pitchFamily="34" charset="-122"/>
                <a:cs typeface="Consolas" pitchFamily="34" charset="-120"/>
              </a:rPr>
              <a:t>position</a:t>
            </a:r>
            <a:endParaRPr lang="en-US" sz="1400" dirty="0"/>
          </a:p>
        </p:txBody>
      </p:sp>
      <p:sp>
        <p:nvSpPr>
          <p:cNvPr id="17" name="Text 15"/>
          <p:cNvSpPr/>
          <p:nvPr/>
        </p:nvSpPr>
        <p:spPr>
          <a:xfrm>
            <a:off x="2103120" y="3913632"/>
            <a:ext cx="2194560" cy="274320"/>
          </a:xfrm>
          <a:prstGeom prst="rect">
            <a:avLst/>
          </a:prstGeom>
          <a:noFill/>
          <a:ln/>
        </p:spPr>
        <p:txBody>
          <a:bodyPr wrap="square" lIns="0" tIns="0" rIns="0" bIns="0" rtlCol="0" anchor="ctr"/>
          <a:lstStyle/>
          <a:p>
            <a:pPr marL="0" indent="0">
              <a:buNone/>
            </a:pPr>
            <a:r>
              <a:rPr lang="en-US" sz="1200" b="1">
                <a:solidFill>
                  <a:srgbClr val="F8FAFC"/>
                </a:solidFill>
                <a:latin typeface="Trebuchet MS" pitchFamily="34" charset="0"/>
                <a:ea typeface="Trebuchet MS" pitchFamily="34" charset="-122"/>
                <a:cs typeface="Trebuchet MS" pitchFamily="34" charset="-120"/>
              </a:rPr>
              <a:t>光源の位置</a:t>
            </a:r>
            <a:endParaRPr lang="en-US" sz="1200" dirty="0"/>
          </a:p>
        </p:txBody>
      </p:sp>
      <p:sp>
        <p:nvSpPr>
          <p:cNvPr id="18" name="Text 16"/>
          <p:cNvSpPr/>
          <p:nvPr/>
        </p:nvSpPr>
        <p:spPr>
          <a:xfrm>
            <a:off x="2103120" y="4178808"/>
            <a:ext cx="219456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光の向きを決める</a:t>
            </a:r>
            <a:endParaRPr lang="en-US" sz="1000" dirty="0"/>
          </a:p>
        </p:txBody>
      </p:sp>
      <p:sp>
        <p:nvSpPr>
          <p:cNvPr id="19" name="Shape 17"/>
          <p:cNvSpPr/>
          <p:nvPr/>
        </p:nvSpPr>
        <p:spPr>
          <a:xfrm>
            <a:off x="4663440" y="3840480"/>
            <a:ext cx="3657600" cy="640080"/>
          </a:xfrm>
          <a:prstGeom prst="roundRect">
            <a:avLst>
              <a:gd name="adj" fmla="val 8571"/>
            </a:avLst>
          </a:prstGeom>
          <a:solidFill>
            <a:srgbClr val="1E293B"/>
          </a:solidFill>
          <a:ln/>
        </p:spPr>
        <p:txBody>
          <a:bodyPr/>
          <a:lstStyle/>
          <a:p>
            <a:endParaRPr lang="ja-JP" altLang="en-US"/>
          </a:p>
        </p:txBody>
      </p:sp>
      <p:sp>
        <p:nvSpPr>
          <p:cNvPr id="20" name="Text 18"/>
          <p:cNvSpPr/>
          <p:nvPr/>
        </p:nvSpPr>
        <p:spPr>
          <a:xfrm>
            <a:off x="4846320" y="3886200"/>
            <a:ext cx="1188720" cy="548640"/>
          </a:xfrm>
          <a:prstGeom prst="rect">
            <a:avLst/>
          </a:prstGeom>
          <a:noFill/>
          <a:ln/>
        </p:spPr>
        <p:txBody>
          <a:bodyPr wrap="square" lIns="0" tIns="0" rIns="0" bIns="0" rtlCol="0" anchor="ctr"/>
          <a:lstStyle/>
          <a:p>
            <a:pPr marL="0" indent="0">
              <a:buNone/>
            </a:pPr>
            <a:r>
              <a:rPr lang="en-US" sz="1400" b="1">
                <a:solidFill>
                  <a:srgbClr val="EC4899"/>
                </a:solidFill>
                <a:latin typeface="Consolas" pitchFamily="34" charset="0"/>
                <a:ea typeface="Consolas" pitchFamily="34" charset="-122"/>
                <a:cs typeface="Consolas" pitchFamily="34" charset="-120"/>
              </a:rPr>
              <a:t>scene.add</a:t>
            </a:r>
            <a:endParaRPr lang="en-US" sz="1400" dirty="0"/>
          </a:p>
        </p:txBody>
      </p:sp>
      <p:sp>
        <p:nvSpPr>
          <p:cNvPr id="21" name="Text 19"/>
          <p:cNvSpPr/>
          <p:nvPr/>
        </p:nvSpPr>
        <p:spPr>
          <a:xfrm>
            <a:off x="6035040" y="3913632"/>
            <a:ext cx="2194560" cy="274320"/>
          </a:xfrm>
          <a:prstGeom prst="rect">
            <a:avLst/>
          </a:prstGeom>
          <a:noFill/>
          <a:ln/>
        </p:spPr>
        <p:txBody>
          <a:bodyPr wrap="square" lIns="0" tIns="0" rIns="0" bIns="0" rtlCol="0" anchor="ctr"/>
          <a:lstStyle/>
          <a:p>
            <a:pPr marL="0" indent="0">
              <a:buNone/>
            </a:pPr>
            <a:r>
              <a:rPr lang="en-US" sz="1200" b="1">
                <a:solidFill>
                  <a:srgbClr val="F8FAFC"/>
                </a:solidFill>
                <a:latin typeface="Trebuchet MS" pitchFamily="34" charset="0"/>
                <a:ea typeface="Trebuchet MS" pitchFamily="34" charset="-122"/>
                <a:cs typeface="Trebuchet MS" pitchFamily="34" charset="-120"/>
              </a:rPr>
              <a:t>シーンに追加</a:t>
            </a:r>
            <a:endParaRPr lang="en-US" sz="1200" dirty="0"/>
          </a:p>
        </p:txBody>
      </p:sp>
      <p:sp>
        <p:nvSpPr>
          <p:cNvPr id="22" name="Text 20"/>
          <p:cNvSpPr/>
          <p:nvPr/>
        </p:nvSpPr>
        <p:spPr>
          <a:xfrm>
            <a:off x="6035040" y="4178808"/>
            <a:ext cx="219456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忘れると光らない</a:t>
            </a:r>
            <a:endParaRPr lang="en-US" sz="1000" dirty="0"/>
          </a:p>
        </p:txBody>
      </p:sp>
      <p:sp>
        <p:nvSpPr>
          <p:cNvPr id="23" name="Text 21"/>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4" name="Text 22"/>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ELEMENT 03</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Shadow </a:t>
            </a:r>
            <a:r>
              <a:rPr lang="en-US" sz="3200" b="1" dirty="0">
                <a:solidFill>
                  <a:srgbClr val="F8FAFC"/>
                </a:solidFill>
                <a:latin typeface="Trebuchet MS" pitchFamily="34" charset="0"/>
                <a:ea typeface="Trebuchet MS" pitchFamily="34" charset="-122"/>
                <a:cs typeface="Trebuchet MS" pitchFamily="34" charset="-120"/>
              </a:rPr>
              <a:t>— </a:t>
            </a:r>
            <a:r>
              <a:rPr lang="en-US" sz="3200" b="1">
                <a:solidFill>
                  <a:srgbClr val="F8FAFC"/>
                </a:solidFill>
                <a:latin typeface="Trebuchet MS" pitchFamily="34" charset="0"/>
                <a:ea typeface="Trebuchet MS" pitchFamily="34" charset="-122"/>
                <a:cs typeface="Trebuchet MS" pitchFamily="34" charset="-120"/>
              </a:rPr>
              <a:t>影を落とす</a:t>
            </a:r>
            <a:endParaRPr lang="en-US" sz="3200" dirty="0"/>
          </a:p>
        </p:txBody>
      </p:sp>
      <p:sp>
        <p:nvSpPr>
          <p:cNvPr id="4" name="Text 2"/>
          <p:cNvSpPr/>
          <p:nvPr/>
        </p:nvSpPr>
        <p:spPr>
          <a:xfrm>
            <a:off x="731520" y="1463040"/>
            <a:ext cx="7680960" cy="365760"/>
          </a:xfrm>
          <a:prstGeom prst="rect">
            <a:avLst/>
          </a:prstGeom>
          <a:noFill/>
          <a:ln/>
        </p:spPr>
        <p:txBody>
          <a:bodyPr wrap="square" lIns="0" tIns="0" rIns="0" bIns="0" rtlCol="0" anchor="ctr"/>
          <a:lstStyle/>
          <a:p>
            <a:pPr marL="0" indent="0">
              <a:buNone/>
            </a:pPr>
            <a:r>
              <a:rPr lang="en-US" sz="1500">
                <a:solidFill>
                  <a:srgbClr val="94A3B8"/>
                </a:solidFill>
                <a:latin typeface="Calibri" pitchFamily="34" charset="0"/>
                <a:ea typeface="Calibri" pitchFamily="34" charset="-122"/>
                <a:cs typeface="Calibri" pitchFamily="34" charset="-120"/>
              </a:rPr>
              <a:t>影を有効化して、立体感とリアリティを一気に高める</a:t>
            </a:r>
            <a:endParaRPr lang="en-US" sz="1500" dirty="0"/>
          </a:p>
        </p:txBody>
      </p:sp>
      <p:sp>
        <p:nvSpPr>
          <p:cNvPr id="5" name="Shape 3"/>
          <p:cNvSpPr/>
          <p:nvPr/>
        </p:nvSpPr>
        <p:spPr>
          <a:xfrm>
            <a:off x="731520" y="1965960"/>
            <a:ext cx="7680960" cy="1234440"/>
          </a:xfrm>
          <a:prstGeom prst="roundRect">
            <a:avLst>
              <a:gd name="adj" fmla="val 4444"/>
            </a:avLst>
          </a:prstGeom>
          <a:solidFill>
            <a:srgbClr val="1A1A2E"/>
          </a:solidFill>
          <a:ln/>
        </p:spPr>
        <p:txBody>
          <a:bodyPr/>
          <a:lstStyle/>
          <a:p>
            <a:endParaRPr lang="ja-JP" altLang="en-US"/>
          </a:p>
        </p:txBody>
      </p:sp>
      <p:sp>
        <p:nvSpPr>
          <p:cNvPr id="6" name="Text 4"/>
          <p:cNvSpPr/>
          <p:nvPr/>
        </p:nvSpPr>
        <p:spPr>
          <a:xfrm>
            <a:off x="1005840" y="2103120"/>
            <a:ext cx="7132320" cy="960120"/>
          </a:xfrm>
          <a:prstGeom prst="rect">
            <a:avLst/>
          </a:prstGeom>
          <a:noFill/>
          <a:ln/>
        </p:spPr>
        <p:txBody>
          <a:bodyPr wrap="square" lIns="0" tIns="0" rIns="0" bIns="0" rtlCol="0" anchor="t"/>
          <a:lstStyle/>
          <a:p>
            <a:pPr marL="0" indent="0">
              <a:lnSpc>
                <a:spcPct val="115000"/>
              </a:lnSpc>
              <a:buNone/>
            </a:pPr>
            <a:r>
              <a:rPr lang="en-US" sz="1200" dirty="0">
                <a:solidFill>
                  <a:srgbClr val="F8FAFC"/>
                </a:solidFill>
                <a:latin typeface="Consolas" pitchFamily="34" charset="0"/>
                <a:ea typeface="Consolas" pitchFamily="34" charset="-122"/>
                <a:cs typeface="Consolas" pitchFamily="34" charset="-120"/>
              </a:rPr>
              <a:t>renderer</a:t>
            </a:r>
            <a:r>
              <a:rPr lang="en-US" sz="1200">
                <a:solidFill>
                  <a:srgbClr val="F8FAFC"/>
                </a:solidFill>
                <a:latin typeface="Consolas" pitchFamily="34" charset="0"/>
                <a:ea typeface="Consolas" pitchFamily="34" charset="-122"/>
                <a:cs typeface="Consolas" pitchFamily="34" charset="-120"/>
              </a:rPr>
              <a:t>.shadowMap.enabled</a:t>
            </a:r>
            <a:r>
              <a:rPr lang="en-US" sz="1200" dirty="0">
                <a:solidFill>
                  <a:srgbClr val="F8FAFC"/>
                </a:solidFill>
                <a:latin typeface="Consolas" pitchFamily="34" charset="0"/>
                <a:ea typeface="Consolas" pitchFamily="34" charset="-122"/>
                <a:cs typeface="Consolas" pitchFamily="34" charset="-120"/>
              </a:rPr>
              <a:t> = true</a:t>
            </a:r>
            <a:r>
              <a:rPr lang="en-US" sz="1200">
                <a:solidFill>
                  <a:srgbClr val="F8FAFC"/>
                </a:solidFill>
                <a:latin typeface="Consolas" pitchFamily="34" charset="0"/>
                <a:ea typeface="Consolas" pitchFamily="34" charset="-122"/>
                <a:cs typeface="Consolas" pitchFamily="34" charset="-120"/>
              </a:rPr>
              <a:t>;   // 影を有効化</a:t>
            </a:r>
            <a:endParaRPr lang="en-US" sz="1200" dirty="0"/>
          </a:p>
          <a:p>
            <a:pPr marL="0" indent="0">
              <a:lnSpc>
                <a:spcPct val="115000"/>
              </a:lnSpc>
              <a:buNone/>
            </a:pPr>
            <a:r>
              <a:rPr lang="en-US" sz="1200">
                <a:solidFill>
                  <a:srgbClr val="F8FAFC"/>
                </a:solidFill>
                <a:latin typeface="Consolas" pitchFamily="34" charset="0"/>
                <a:ea typeface="Consolas" pitchFamily="34" charset="-122"/>
                <a:cs typeface="Consolas" pitchFamily="34" charset="-120"/>
              </a:rPr>
              <a:t>light</a:t>
            </a:r>
            <a:r>
              <a:rPr lang="en-US" sz="1200" dirty="0">
                <a:solidFill>
                  <a:srgbClr val="F8FAFC"/>
                </a:solidFill>
                <a:latin typeface="Consolas" pitchFamily="34" charset="0"/>
                <a:ea typeface="Consolas" pitchFamily="34" charset="-122"/>
                <a:cs typeface="Consolas" pitchFamily="34" charset="-120"/>
              </a:rPr>
              <a:t>.</a:t>
            </a:r>
            <a:r>
              <a:rPr lang="en-US" sz="1200">
                <a:solidFill>
                  <a:srgbClr val="F8FAFC"/>
                </a:solidFill>
                <a:latin typeface="Consolas" pitchFamily="34" charset="0"/>
                <a:ea typeface="Consolas" pitchFamily="34" charset="-122"/>
                <a:cs typeface="Consolas" pitchFamily="34" charset="-120"/>
              </a:rPr>
              <a:t>castShadow = true;             // 光源</a:t>
            </a:r>
            <a:endParaRPr lang="en-US" sz="1200" dirty="0"/>
          </a:p>
          <a:p>
            <a:pPr marL="0" indent="0">
              <a:lnSpc>
                <a:spcPct val="115000"/>
              </a:lnSpc>
              <a:buNone/>
            </a:pPr>
            <a:r>
              <a:rPr lang="en-US" sz="1200">
                <a:solidFill>
                  <a:srgbClr val="F8FAFC"/>
                </a:solidFill>
                <a:latin typeface="Consolas" pitchFamily="34" charset="0"/>
                <a:ea typeface="Consolas" pitchFamily="34" charset="-122"/>
                <a:cs typeface="Consolas" pitchFamily="34" charset="-120"/>
              </a:rPr>
              <a:t>cube</a:t>
            </a:r>
            <a:r>
              <a:rPr lang="en-US" sz="1200" dirty="0">
                <a:solidFill>
                  <a:srgbClr val="F8FAFC"/>
                </a:solidFill>
                <a:latin typeface="Consolas" pitchFamily="34" charset="0"/>
                <a:ea typeface="Consolas" pitchFamily="34" charset="-122"/>
                <a:cs typeface="Consolas" pitchFamily="34" charset="-120"/>
              </a:rPr>
              <a:t>.</a:t>
            </a:r>
            <a:r>
              <a:rPr lang="en-US" sz="1200">
                <a:solidFill>
                  <a:srgbClr val="F8FAFC"/>
                </a:solidFill>
                <a:latin typeface="Consolas" pitchFamily="34" charset="0"/>
                <a:ea typeface="Consolas" pitchFamily="34" charset="-122"/>
                <a:cs typeface="Consolas" pitchFamily="34" charset="-120"/>
              </a:rPr>
              <a:t>castShadow = true;              // 影を落とす物体</a:t>
            </a:r>
            <a:endParaRPr lang="en-US" sz="1200" dirty="0"/>
          </a:p>
          <a:p>
            <a:pPr marL="0" indent="0">
              <a:lnSpc>
                <a:spcPct val="115000"/>
              </a:lnSpc>
              <a:buNone/>
            </a:pPr>
            <a:r>
              <a:rPr lang="en-US" sz="1200">
                <a:solidFill>
                  <a:srgbClr val="A3E635"/>
                </a:solidFill>
                <a:latin typeface="Consolas" pitchFamily="34" charset="0"/>
                <a:ea typeface="Consolas" pitchFamily="34" charset="-122"/>
                <a:cs typeface="Consolas" pitchFamily="34" charset="-120"/>
              </a:rPr>
              <a:t>floor</a:t>
            </a:r>
            <a:r>
              <a:rPr lang="en-US" sz="1200" dirty="0">
                <a:solidFill>
                  <a:srgbClr val="A3E635"/>
                </a:solidFill>
                <a:latin typeface="Consolas" pitchFamily="34" charset="0"/>
                <a:ea typeface="Consolas" pitchFamily="34" charset="-122"/>
                <a:cs typeface="Consolas" pitchFamily="34" charset="-120"/>
              </a:rPr>
              <a:t>.</a:t>
            </a:r>
            <a:r>
              <a:rPr lang="en-US" sz="1200">
                <a:solidFill>
                  <a:srgbClr val="A3E635"/>
                </a:solidFill>
                <a:latin typeface="Consolas" pitchFamily="34" charset="0"/>
                <a:ea typeface="Consolas" pitchFamily="34" charset="-122"/>
                <a:cs typeface="Consolas" pitchFamily="34" charset="-120"/>
              </a:rPr>
              <a:t>receiveShadow = true;          // 影を受ける床</a:t>
            </a:r>
            <a:endParaRPr lang="en-US" sz="1200" dirty="0"/>
          </a:p>
        </p:txBody>
      </p:sp>
      <p:pic>
        <p:nvPicPr>
          <p:cNvPr id="7" name="Image 0" descr="preencoded.png"/>
          <p:cNvPicPr>
            <a:picLocks noChangeAspect="1"/>
          </p:cNvPicPr>
          <p:nvPr/>
        </p:nvPicPr>
        <p:blipFill>
          <a:blip r:embed="rId3"/>
          <a:stretch>
            <a:fillRect/>
          </a:stretch>
        </p:blipFill>
        <p:spPr>
          <a:xfrm>
            <a:off x="731520" y="3447288"/>
            <a:ext cx="201168" cy="201168"/>
          </a:xfrm>
          <a:prstGeom prst="rect">
            <a:avLst/>
          </a:prstGeom>
        </p:spPr>
      </p:pic>
      <p:sp>
        <p:nvSpPr>
          <p:cNvPr id="8" name="Text 5"/>
          <p:cNvSpPr/>
          <p:nvPr/>
        </p:nvSpPr>
        <p:spPr>
          <a:xfrm>
            <a:off x="1051560" y="3429000"/>
            <a:ext cx="2286000" cy="274320"/>
          </a:xfrm>
          <a:prstGeom prst="rect">
            <a:avLst/>
          </a:prstGeom>
          <a:noFill/>
          <a:ln/>
        </p:spPr>
        <p:txBody>
          <a:bodyPr wrap="square" lIns="0" tIns="0" rIns="0" bIns="0" rtlCol="0" anchor="ctr"/>
          <a:lstStyle/>
          <a:p>
            <a:pPr marL="0" indent="0">
              <a:buNone/>
            </a:pPr>
            <a:r>
              <a:rPr lang="en-US" sz="1300">
                <a:solidFill>
                  <a:srgbClr val="A3E635"/>
                </a:solidFill>
                <a:latin typeface="Consolas" pitchFamily="34" charset="0"/>
                <a:ea typeface="Consolas" pitchFamily="34" charset="-122"/>
                <a:cs typeface="Consolas" pitchFamily="34" charset="-120"/>
              </a:rPr>
              <a:t>shadowMap.enabled</a:t>
            </a:r>
            <a:endParaRPr lang="en-US" sz="1300" dirty="0"/>
          </a:p>
        </p:txBody>
      </p:sp>
      <p:sp>
        <p:nvSpPr>
          <p:cNvPr id="9" name="Text 6"/>
          <p:cNvSpPr/>
          <p:nvPr/>
        </p:nvSpPr>
        <p:spPr>
          <a:xfrm>
            <a:off x="3200400" y="3429000"/>
            <a:ext cx="502920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レンダラー側で影機能をオンにする</a:t>
            </a:r>
            <a:endParaRPr lang="en-US" sz="1200" dirty="0"/>
          </a:p>
        </p:txBody>
      </p:sp>
      <p:pic>
        <p:nvPicPr>
          <p:cNvPr id="10" name="Image 1" descr="preencoded.png"/>
          <p:cNvPicPr>
            <a:picLocks noChangeAspect="1"/>
          </p:cNvPicPr>
          <p:nvPr/>
        </p:nvPicPr>
        <p:blipFill>
          <a:blip r:embed="rId3"/>
          <a:stretch>
            <a:fillRect/>
          </a:stretch>
        </p:blipFill>
        <p:spPr>
          <a:xfrm>
            <a:off x="731520" y="3886200"/>
            <a:ext cx="201168" cy="201168"/>
          </a:xfrm>
          <a:prstGeom prst="rect">
            <a:avLst/>
          </a:prstGeom>
        </p:spPr>
      </p:pic>
      <p:sp>
        <p:nvSpPr>
          <p:cNvPr id="11" name="Text 7"/>
          <p:cNvSpPr/>
          <p:nvPr/>
        </p:nvSpPr>
        <p:spPr>
          <a:xfrm>
            <a:off x="1051560" y="3867912"/>
            <a:ext cx="2286000" cy="274320"/>
          </a:xfrm>
          <a:prstGeom prst="rect">
            <a:avLst/>
          </a:prstGeom>
          <a:noFill/>
          <a:ln/>
        </p:spPr>
        <p:txBody>
          <a:bodyPr wrap="square" lIns="0" tIns="0" rIns="0" bIns="0" rtlCol="0" anchor="ctr"/>
          <a:lstStyle/>
          <a:p>
            <a:pPr marL="0" indent="0">
              <a:buNone/>
            </a:pPr>
            <a:r>
              <a:rPr lang="en-US" sz="1300">
                <a:solidFill>
                  <a:srgbClr val="A3E635"/>
                </a:solidFill>
                <a:latin typeface="Consolas" pitchFamily="34" charset="0"/>
                <a:ea typeface="Consolas" pitchFamily="34" charset="-122"/>
                <a:cs typeface="Consolas" pitchFamily="34" charset="-120"/>
              </a:rPr>
              <a:t>castShadow</a:t>
            </a:r>
            <a:endParaRPr lang="en-US" sz="1300" dirty="0"/>
          </a:p>
        </p:txBody>
      </p:sp>
      <p:sp>
        <p:nvSpPr>
          <p:cNvPr id="12" name="Text 8"/>
          <p:cNvSpPr/>
          <p:nvPr/>
        </p:nvSpPr>
        <p:spPr>
          <a:xfrm>
            <a:off x="3200400" y="3867912"/>
            <a:ext cx="502920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影を落とす側のライトと物体に設定</a:t>
            </a:r>
            <a:endParaRPr lang="en-US" sz="1200" dirty="0"/>
          </a:p>
        </p:txBody>
      </p:sp>
      <p:pic>
        <p:nvPicPr>
          <p:cNvPr id="13" name="Image 2" descr="preencoded.png"/>
          <p:cNvPicPr>
            <a:picLocks noChangeAspect="1"/>
          </p:cNvPicPr>
          <p:nvPr/>
        </p:nvPicPr>
        <p:blipFill>
          <a:blip r:embed="rId3"/>
          <a:stretch>
            <a:fillRect/>
          </a:stretch>
        </p:blipFill>
        <p:spPr>
          <a:xfrm>
            <a:off x="731520" y="4325112"/>
            <a:ext cx="201168" cy="201168"/>
          </a:xfrm>
          <a:prstGeom prst="rect">
            <a:avLst/>
          </a:prstGeom>
        </p:spPr>
      </p:pic>
      <p:sp>
        <p:nvSpPr>
          <p:cNvPr id="14" name="Text 9"/>
          <p:cNvSpPr/>
          <p:nvPr/>
        </p:nvSpPr>
        <p:spPr>
          <a:xfrm>
            <a:off x="1051560" y="4306824"/>
            <a:ext cx="2286000" cy="274320"/>
          </a:xfrm>
          <a:prstGeom prst="rect">
            <a:avLst/>
          </a:prstGeom>
          <a:noFill/>
          <a:ln/>
        </p:spPr>
        <p:txBody>
          <a:bodyPr wrap="square" lIns="0" tIns="0" rIns="0" bIns="0" rtlCol="0" anchor="ctr"/>
          <a:lstStyle/>
          <a:p>
            <a:pPr marL="0" indent="0">
              <a:buNone/>
            </a:pPr>
            <a:r>
              <a:rPr lang="en-US" sz="1300">
                <a:solidFill>
                  <a:srgbClr val="A3E635"/>
                </a:solidFill>
                <a:latin typeface="Consolas" pitchFamily="34" charset="0"/>
                <a:ea typeface="Consolas" pitchFamily="34" charset="-122"/>
                <a:cs typeface="Consolas" pitchFamily="34" charset="-120"/>
              </a:rPr>
              <a:t>receiveShadow</a:t>
            </a:r>
            <a:endParaRPr lang="en-US" sz="1300" dirty="0"/>
          </a:p>
        </p:txBody>
      </p:sp>
      <p:sp>
        <p:nvSpPr>
          <p:cNvPr id="15" name="Text 10"/>
          <p:cNvSpPr/>
          <p:nvPr/>
        </p:nvSpPr>
        <p:spPr>
          <a:xfrm>
            <a:off x="3200400" y="4306824"/>
            <a:ext cx="502920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影を受ける床や壁の側に設定</a:t>
            </a:r>
            <a:endParaRPr lang="en-US" sz="1200" dirty="0"/>
          </a:p>
        </p:txBody>
      </p:sp>
      <p:sp>
        <p:nvSpPr>
          <p:cNvPr id="16" name="Text 11"/>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17" name="Text 12"/>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5943600" y="457200"/>
            <a:ext cx="4572000" cy="4572000"/>
          </a:xfrm>
          <a:prstGeom prst="ellipse">
            <a:avLst/>
          </a:prstGeom>
          <a:solidFill>
            <a:srgbClr val="22D3EE">
              <a:alpha val="8000"/>
            </a:srgbClr>
          </a:solidFill>
          <a:ln/>
        </p:spPr>
        <p:txBody>
          <a:bodyPr/>
          <a:lstStyle/>
          <a:p>
            <a:endParaRPr lang="ja-JP" altLang="en-US"/>
          </a:p>
        </p:txBody>
      </p:sp>
      <p:sp>
        <p:nvSpPr>
          <p:cNvPr id="3" name="Text 1"/>
          <p:cNvSpPr/>
          <p:nvPr/>
        </p:nvSpPr>
        <p:spPr>
          <a:xfrm>
            <a:off x="731520" y="1097280"/>
            <a:ext cx="2743200" cy="548640"/>
          </a:xfrm>
          <a:prstGeom prst="rect">
            <a:avLst/>
          </a:prstGeom>
          <a:noFill/>
          <a:ln/>
        </p:spPr>
        <p:txBody>
          <a:bodyPr wrap="square" lIns="0" tIns="0" rIns="0" bIns="0" rtlCol="0" anchor="ctr"/>
          <a:lstStyle/>
          <a:p>
            <a:pPr marL="0" indent="0">
              <a:buNone/>
            </a:pPr>
            <a:r>
              <a:rPr lang="en-US" sz="2000" b="1" kern="0" spc="300" dirty="0">
                <a:solidFill>
                  <a:srgbClr val="EC4899"/>
                </a:solidFill>
                <a:latin typeface="Calibri" pitchFamily="34" charset="0"/>
                <a:ea typeface="Calibri" pitchFamily="34" charset="-122"/>
                <a:cs typeface="Calibri" pitchFamily="34" charset="-120"/>
              </a:rPr>
              <a:t>PART 02</a:t>
            </a:r>
            <a:endParaRPr lang="en-US" sz="2000" dirty="0"/>
          </a:p>
        </p:txBody>
      </p:sp>
      <p:sp>
        <p:nvSpPr>
          <p:cNvPr id="4" name="Text 2"/>
          <p:cNvSpPr/>
          <p:nvPr/>
        </p:nvSpPr>
        <p:spPr>
          <a:xfrm>
            <a:off x="731520" y="1737360"/>
            <a:ext cx="6400800" cy="914400"/>
          </a:xfrm>
          <a:prstGeom prst="rect">
            <a:avLst/>
          </a:prstGeom>
          <a:noFill/>
          <a:ln/>
        </p:spPr>
        <p:txBody>
          <a:bodyPr wrap="square" lIns="0" tIns="0" rIns="0" bIns="0" rtlCol="0" anchor="ctr"/>
          <a:lstStyle/>
          <a:p>
            <a:pPr marL="0" indent="0">
              <a:buNone/>
            </a:pPr>
            <a:r>
              <a:rPr lang="en-US" sz="4000" b="1">
                <a:solidFill>
                  <a:srgbClr val="F8FAFC"/>
                </a:solidFill>
                <a:latin typeface="Trebuchet MS" pitchFamily="34" charset="0"/>
                <a:ea typeface="Trebuchet MS" pitchFamily="34" charset="-122"/>
                <a:cs typeface="Trebuchet MS" pitchFamily="34" charset="-120"/>
              </a:rPr>
              <a:t>ライトを使い分ける</a:t>
            </a:r>
            <a:endParaRPr lang="en-US" sz="4000" dirty="0"/>
          </a:p>
        </p:txBody>
      </p:sp>
      <p:sp>
        <p:nvSpPr>
          <p:cNvPr id="5" name="Text 3"/>
          <p:cNvSpPr/>
          <p:nvPr/>
        </p:nvSpPr>
        <p:spPr>
          <a:xfrm>
            <a:off x="731520" y="2697480"/>
            <a:ext cx="6400800" cy="457200"/>
          </a:xfrm>
          <a:prstGeom prst="rect">
            <a:avLst/>
          </a:prstGeom>
          <a:noFill/>
          <a:ln/>
        </p:spPr>
        <p:txBody>
          <a:bodyPr wrap="square" lIns="0" tIns="0" rIns="0" bIns="0" rtlCol="0" anchor="ctr"/>
          <a:lstStyle/>
          <a:p>
            <a:pPr marL="0" indent="0">
              <a:buNone/>
            </a:pPr>
            <a:r>
              <a:rPr lang="en-US" sz="1800">
                <a:solidFill>
                  <a:srgbClr val="22D3EE"/>
                </a:solidFill>
                <a:latin typeface="Consolas" pitchFamily="34" charset="0"/>
                <a:ea typeface="Consolas" pitchFamily="34" charset="-122"/>
                <a:cs typeface="Consolas" pitchFamily="34" charset="-120"/>
              </a:rPr>
              <a:t>4つの基本ライトと3点照明</a:t>
            </a:r>
            <a:endParaRPr lang="en-US" sz="1800" dirty="0"/>
          </a:p>
        </p:txBody>
      </p:sp>
      <p:sp>
        <p:nvSpPr>
          <p:cNvPr id="6" name="Shape 4"/>
          <p:cNvSpPr/>
          <p:nvPr/>
        </p:nvSpPr>
        <p:spPr>
          <a:xfrm>
            <a:off x="731520" y="3383280"/>
            <a:ext cx="1828800" cy="36576"/>
          </a:xfrm>
          <a:prstGeom prst="rect">
            <a:avLst/>
          </a:prstGeom>
          <a:solidFill>
            <a:srgbClr val="22D3EE"/>
          </a:solidFill>
          <a:ln/>
        </p:spPr>
        <p:txBody>
          <a:bodyPr/>
          <a:lstStyle/>
          <a:p>
            <a:endParaRPr lang="ja-JP" altLang="en-US"/>
          </a:p>
        </p:txBody>
      </p:sp>
      <p:sp>
        <p:nvSpPr>
          <p:cNvPr id="7" name="Text 5"/>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8" name="Text 6"/>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CONCEPT</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見た目 </a:t>
            </a:r>
            <a:r>
              <a:rPr lang="en-US" sz="3200" b="1" dirty="0">
                <a:solidFill>
                  <a:srgbClr val="F8FAFC"/>
                </a:solidFill>
                <a:latin typeface="Trebuchet MS" pitchFamily="34" charset="0"/>
                <a:ea typeface="Trebuchet MS" pitchFamily="34" charset="-122"/>
                <a:cs typeface="Trebuchet MS" pitchFamily="34" charset="-120"/>
              </a:rPr>
              <a:t>= Material</a:t>
            </a:r>
            <a:r>
              <a:rPr lang="en-US" sz="3200" b="1">
                <a:solidFill>
                  <a:srgbClr val="F8FAFC"/>
                </a:solidFill>
                <a:latin typeface="Trebuchet MS" pitchFamily="34" charset="0"/>
                <a:ea typeface="Trebuchet MS" pitchFamily="34" charset="-122"/>
                <a:cs typeface="Trebuchet MS" pitchFamily="34" charset="-120"/>
              </a:rPr>
              <a:t> × Light</a:t>
            </a:r>
            <a:endParaRPr lang="en-US" sz="3200" dirty="0"/>
          </a:p>
        </p:txBody>
      </p:sp>
      <p:sp>
        <p:nvSpPr>
          <p:cNvPr id="4" name="Shape 2"/>
          <p:cNvSpPr/>
          <p:nvPr/>
        </p:nvSpPr>
        <p:spPr>
          <a:xfrm>
            <a:off x="731520" y="1828800"/>
            <a:ext cx="2103120" cy="2103120"/>
          </a:xfrm>
          <a:prstGeom prst="roundRect">
            <a:avLst>
              <a:gd name="adj" fmla="val 3478"/>
            </a:avLst>
          </a:prstGeom>
          <a:solidFill>
            <a:srgbClr val="1E293B"/>
          </a:solidFill>
          <a:ln/>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1600200" y="2057400"/>
            <a:ext cx="411480" cy="411480"/>
          </a:xfrm>
          <a:prstGeom prst="rect">
            <a:avLst/>
          </a:prstGeom>
        </p:spPr>
      </p:pic>
      <p:sp>
        <p:nvSpPr>
          <p:cNvPr id="6" name="Text 3"/>
          <p:cNvSpPr/>
          <p:nvPr/>
        </p:nvSpPr>
        <p:spPr>
          <a:xfrm>
            <a:off x="822960" y="2606040"/>
            <a:ext cx="1920240" cy="320040"/>
          </a:xfrm>
          <a:prstGeom prst="rect">
            <a:avLst/>
          </a:prstGeom>
          <a:noFill/>
          <a:ln/>
        </p:spPr>
        <p:txBody>
          <a:bodyPr wrap="square" lIns="0" tIns="0" rIns="0" bIns="0" rtlCol="0" anchor="ctr"/>
          <a:lstStyle/>
          <a:p>
            <a:pPr marL="0" indent="0" algn="ctr">
              <a:buNone/>
            </a:pPr>
            <a:r>
              <a:rPr lang="en-US" sz="1600" b="1">
                <a:solidFill>
                  <a:srgbClr val="22D3EE"/>
                </a:solidFill>
                <a:latin typeface="Trebuchet MS" pitchFamily="34" charset="0"/>
                <a:ea typeface="Trebuchet MS" pitchFamily="34" charset="-122"/>
                <a:cs typeface="Trebuchet MS" pitchFamily="34" charset="-120"/>
              </a:rPr>
              <a:t>Material</a:t>
            </a:r>
            <a:endParaRPr lang="en-US" sz="1600" dirty="0"/>
          </a:p>
        </p:txBody>
      </p:sp>
      <p:sp>
        <p:nvSpPr>
          <p:cNvPr id="7" name="Text 4"/>
          <p:cNvSpPr/>
          <p:nvPr/>
        </p:nvSpPr>
        <p:spPr>
          <a:xfrm>
            <a:off x="822960" y="2926080"/>
            <a:ext cx="1920240" cy="27432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材質</a:t>
            </a:r>
            <a:endParaRPr lang="en-US" sz="1100" dirty="0"/>
          </a:p>
        </p:txBody>
      </p:sp>
      <p:sp>
        <p:nvSpPr>
          <p:cNvPr id="8" name="Text 5"/>
          <p:cNvSpPr/>
          <p:nvPr/>
        </p:nvSpPr>
        <p:spPr>
          <a:xfrm>
            <a:off x="822960" y="3200400"/>
            <a:ext cx="1920240" cy="640080"/>
          </a:xfrm>
          <a:prstGeom prst="rect">
            <a:avLst/>
          </a:prstGeom>
          <a:noFill/>
          <a:ln/>
        </p:spPr>
        <p:txBody>
          <a:bodyPr wrap="square" lIns="0" tIns="0" rIns="0" bIns="0" rtlCol="0" anchor="ctr"/>
          <a:lstStyle/>
          <a:p>
            <a:pPr marL="0" indent="0" algn="ctr">
              <a:lnSpc>
                <a:spcPct val="120000"/>
              </a:lnSpc>
              <a:buNone/>
            </a:pPr>
            <a:r>
              <a:rPr lang="en-US" sz="1100">
                <a:solidFill>
                  <a:srgbClr val="F8FAFC"/>
                </a:solidFill>
                <a:latin typeface="Calibri" pitchFamily="34" charset="0"/>
                <a:ea typeface="Calibri" pitchFamily="34" charset="-122"/>
                <a:cs typeface="Calibri" pitchFamily="34" charset="-120"/>
              </a:rPr>
              <a:t>色・粗さ</a:t>
            </a:r>
            <a:r>
              <a:rPr lang="en-US" sz="1100" dirty="0">
                <a:solidFill>
                  <a:srgbClr val="F8FAFC"/>
                </a:solidFill>
                <a:latin typeface="Calibri" pitchFamily="34" charset="0"/>
                <a:ea typeface="Calibri" pitchFamily="34" charset="-122"/>
                <a:cs typeface="Calibri" pitchFamily="34" charset="-120"/>
              </a:rPr>
              <a:t>・</a:t>
            </a:r>
            <a:endParaRPr lang="en-US" sz="1100"/>
          </a:p>
          <a:p>
            <a:pPr marL="0" indent="0" algn="ctr">
              <a:lnSpc>
                <a:spcPct val="120000"/>
              </a:lnSpc>
              <a:buNone/>
            </a:pPr>
            <a:r>
              <a:rPr lang="en-US" sz="1100">
                <a:solidFill>
                  <a:srgbClr val="F8FAFC"/>
                </a:solidFill>
                <a:latin typeface="Calibri" pitchFamily="34" charset="0"/>
                <a:ea typeface="Calibri" pitchFamily="34" charset="-122"/>
                <a:cs typeface="Calibri" pitchFamily="34" charset="-120"/>
              </a:rPr>
              <a:t>金属感</a:t>
            </a:r>
            <a:endParaRPr lang="en-US" sz="1100" dirty="0"/>
          </a:p>
        </p:txBody>
      </p:sp>
      <p:sp>
        <p:nvSpPr>
          <p:cNvPr id="9" name="Shape 6"/>
          <p:cNvSpPr/>
          <p:nvPr/>
        </p:nvSpPr>
        <p:spPr>
          <a:xfrm>
            <a:off x="3520440" y="1828800"/>
            <a:ext cx="2103120" cy="2103120"/>
          </a:xfrm>
          <a:prstGeom prst="roundRect">
            <a:avLst>
              <a:gd name="adj" fmla="val 3478"/>
            </a:avLst>
          </a:prstGeom>
          <a:solidFill>
            <a:srgbClr val="1E293B"/>
          </a:solidFill>
          <a:ln/>
        </p:spPr>
        <p:txBody>
          <a:bodyPr/>
          <a:lstStyle/>
          <a:p>
            <a:endParaRPr lang="ja-JP" altLang="en-US"/>
          </a:p>
        </p:txBody>
      </p:sp>
      <p:pic>
        <p:nvPicPr>
          <p:cNvPr id="10" name="Image 1" descr="preencoded.png"/>
          <p:cNvPicPr>
            <a:picLocks noChangeAspect="1"/>
          </p:cNvPicPr>
          <p:nvPr/>
        </p:nvPicPr>
        <p:blipFill>
          <a:blip r:embed="rId4"/>
          <a:stretch>
            <a:fillRect/>
          </a:stretch>
        </p:blipFill>
        <p:spPr>
          <a:xfrm>
            <a:off x="4389120" y="2057400"/>
            <a:ext cx="411480" cy="411480"/>
          </a:xfrm>
          <a:prstGeom prst="rect">
            <a:avLst/>
          </a:prstGeom>
        </p:spPr>
      </p:pic>
      <p:sp>
        <p:nvSpPr>
          <p:cNvPr id="11" name="Text 7"/>
          <p:cNvSpPr/>
          <p:nvPr/>
        </p:nvSpPr>
        <p:spPr>
          <a:xfrm>
            <a:off x="3611880" y="2606040"/>
            <a:ext cx="1920240" cy="320040"/>
          </a:xfrm>
          <a:prstGeom prst="rect">
            <a:avLst/>
          </a:prstGeom>
          <a:noFill/>
          <a:ln/>
        </p:spPr>
        <p:txBody>
          <a:bodyPr wrap="square" lIns="0" tIns="0" rIns="0" bIns="0" rtlCol="0" anchor="ctr"/>
          <a:lstStyle/>
          <a:p>
            <a:pPr marL="0" indent="0" algn="ctr">
              <a:buNone/>
            </a:pPr>
            <a:r>
              <a:rPr lang="en-US" sz="1600" b="1">
                <a:solidFill>
                  <a:srgbClr val="EC4899"/>
                </a:solidFill>
                <a:latin typeface="Trebuchet MS" pitchFamily="34" charset="0"/>
                <a:ea typeface="Trebuchet MS" pitchFamily="34" charset="-122"/>
                <a:cs typeface="Trebuchet MS" pitchFamily="34" charset="-120"/>
              </a:rPr>
              <a:t>Light</a:t>
            </a:r>
            <a:endParaRPr lang="en-US" sz="1600" dirty="0"/>
          </a:p>
        </p:txBody>
      </p:sp>
      <p:sp>
        <p:nvSpPr>
          <p:cNvPr id="12" name="Text 8"/>
          <p:cNvSpPr/>
          <p:nvPr/>
        </p:nvSpPr>
        <p:spPr>
          <a:xfrm>
            <a:off x="3611880" y="2926080"/>
            <a:ext cx="1920240" cy="27432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光</a:t>
            </a:r>
            <a:endParaRPr lang="en-US" sz="1100" dirty="0"/>
          </a:p>
        </p:txBody>
      </p:sp>
      <p:sp>
        <p:nvSpPr>
          <p:cNvPr id="13" name="Text 9"/>
          <p:cNvSpPr/>
          <p:nvPr/>
        </p:nvSpPr>
        <p:spPr>
          <a:xfrm>
            <a:off x="3611880" y="3200400"/>
            <a:ext cx="1920240" cy="640080"/>
          </a:xfrm>
          <a:prstGeom prst="rect">
            <a:avLst/>
          </a:prstGeom>
          <a:noFill/>
          <a:ln/>
        </p:spPr>
        <p:txBody>
          <a:bodyPr wrap="square" lIns="0" tIns="0" rIns="0" bIns="0" rtlCol="0" anchor="ctr"/>
          <a:lstStyle/>
          <a:p>
            <a:pPr marL="0" indent="0" algn="ctr">
              <a:lnSpc>
                <a:spcPct val="120000"/>
              </a:lnSpc>
              <a:buNone/>
            </a:pPr>
            <a:r>
              <a:rPr lang="en-US" sz="1100" dirty="0">
                <a:solidFill>
                  <a:srgbClr val="F8FAFC"/>
                </a:solidFill>
                <a:latin typeface="Calibri" pitchFamily="34" charset="0"/>
                <a:ea typeface="Calibri" pitchFamily="34" charset="-122"/>
                <a:cs typeface="Calibri" pitchFamily="34" charset="-120"/>
              </a:rPr>
              <a:t>色・</a:t>
            </a:r>
            <a:r>
              <a:rPr lang="en-US" sz="1100">
                <a:solidFill>
                  <a:srgbClr val="F8FAFC"/>
                </a:solidFill>
                <a:latin typeface="Calibri" pitchFamily="34" charset="0"/>
                <a:ea typeface="Calibri" pitchFamily="34" charset="-122"/>
                <a:cs typeface="Calibri" pitchFamily="34" charset="-120"/>
              </a:rPr>
              <a:t>強さ・</a:t>
            </a:r>
            <a:endParaRPr lang="en-US" sz="1100"/>
          </a:p>
          <a:p>
            <a:pPr marL="0" indent="0" algn="ctr">
              <a:lnSpc>
                <a:spcPct val="120000"/>
              </a:lnSpc>
              <a:buNone/>
            </a:pPr>
            <a:r>
              <a:rPr lang="en-US" sz="1100">
                <a:solidFill>
                  <a:srgbClr val="F8FAFC"/>
                </a:solidFill>
                <a:latin typeface="Calibri" pitchFamily="34" charset="0"/>
                <a:ea typeface="Calibri" pitchFamily="34" charset="-122"/>
                <a:cs typeface="Calibri" pitchFamily="34" charset="-120"/>
              </a:rPr>
              <a:t>向き</a:t>
            </a:r>
            <a:endParaRPr lang="en-US" sz="1100" dirty="0"/>
          </a:p>
        </p:txBody>
      </p:sp>
      <p:sp>
        <p:nvSpPr>
          <p:cNvPr id="14" name="Shape 10"/>
          <p:cNvSpPr/>
          <p:nvPr/>
        </p:nvSpPr>
        <p:spPr>
          <a:xfrm>
            <a:off x="6309360" y="1828800"/>
            <a:ext cx="2103120" cy="2103120"/>
          </a:xfrm>
          <a:prstGeom prst="roundRect">
            <a:avLst>
              <a:gd name="adj" fmla="val 3478"/>
            </a:avLst>
          </a:prstGeom>
          <a:solidFill>
            <a:srgbClr val="1E293B"/>
          </a:solidFill>
          <a:ln/>
        </p:spPr>
        <p:txBody>
          <a:bodyPr/>
          <a:lstStyle/>
          <a:p>
            <a:endParaRPr lang="ja-JP" altLang="en-US"/>
          </a:p>
        </p:txBody>
      </p:sp>
      <p:pic>
        <p:nvPicPr>
          <p:cNvPr id="15" name="Image 2" descr="preencoded.png"/>
          <p:cNvPicPr>
            <a:picLocks noChangeAspect="1"/>
          </p:cNvPicPr>
          <p:nvPr/>
        </p:nvPicPr>
        <p:blipFill>
          <a:blip r:embed="rId5"/>
          <a:stretch>
            <a:fillRect/>
          </a:stretch>
        </p:blipFill>
        <p:spPr>
          <a:xfrm>
            <a:off x="7178040" y="2057400"/>
            <a:ext cx="411480" cy="411480"/>
          </a:xfrm>
          <a:prstGeom prst="rect">
            <a:avLst/>
          </a:prstGeom>
        </p:spPr>
      </p:pic>
      <p:sp>
        <p:nvSpPr>
          <p:cNvPr id="16" name="Text 11"/>
          <p:cNvSpPr/>
          <p:nvPr/>
        </p:nvSpPr>
        <p:spPr>
          <a:xfrm>
            <a:off x="6400800" y="2606040"/>
            <a:ext cx="1920240" cy="320040"/>
          </a:xfrm>
          <a:prstGeom prst="rect">
            <a:avLst/>
          </a:prstGeom>
          <a:noFill/>
          <a:ln/>
        </p:spPr>
        <p:txBody>
          <a:bodyPr wrap="square" lIns="0" tIns="0" rIns="0" bIns="0" rtlCol="0" anchor="ctr"/>
          <a:lstStyle/>
          <a:p>
            <a:pPr marL="0" indent="0" algn="ctr">
              <a:buNone/>
            </a:pPr>
            <a:r>
              <a:rPr lang="en-US" sz="1600" b="1">
                <a:solidFill>
                  <a:srgbClr val="A3E635"/>
                </a:solidFill>
                <a:latin typeface="Trebuchet MS" pitchFamily="34" charset="0"/>
                <a:ea typeface="Trebuchet MS" pitchFamily="34" charset="-122"/>
                <a:cs typeface="Trebuchet MS" pitchFamily="34" charset="-120"/>
              </a:rPr>
              <a:t>見た目</a:t>
            </a:r>
            <a:endParaRPr lang="en-US" sz="1600" dirty="0"/>
          </a:p>
        </p:txBody>
      </p:sp>
      <p:sp>
        <p:nvSpPr>
          <p:cNvPr id="17" name="Text 12"/>
          <p:cNvSpPr/>
          <p:nvPr/>
        </p:nvSpPr>
        <p:spPr>
          <a:xfrm>
            <a:off x="6400800" y="2926080"/>
            <a:ext cx="1920240" cy="274320"/>
          </a:xfrm>
          <a:prstGeom prst="rect">
            <a:avLst/>
          </a:prstGeom>
          <a:noFill/>
          <a:ln/>
        </p:spPr>
        <p:txBody>
          <a:bodyPr wrap="square" lIns="0" tIns="0" rIns="0" bIns="0" rtlCol="0" anchor="ctr"/>
          <a:lstStyle/>
          <a:p>
            <a:pPr marL="0" indent="0" algn="ctr">
              <a:buNone/>
            </a:pPr>
            <a:r>
              <a:rPr lang="en-US" sz="1100">
                <a:solidFill>
                  <a:srgbClr val="94A3B8"/>
                </a:solidFill>
                <a:latin typeface="Calibri" pitchFamily="34" charset="0"/>
                <a:ea typeface="Calibri" pitchFamily="34" charset="-122"/>
                <a:cs typeface="Calibri" pitchFamily="34" charset="-120"/>
              </a:rPr>
              <a:t>最終的な質感</a:t>
            </a:r>
            <a:endParaRPr lang="en-US" sz="1100" dirty="0"/>
          </a:p>
        </p:txBody>
      </p:sp>
      <p:sp>
        <p:nvSpPr>
          <p:cNvPr id="18" name="Text 13"/>
          <p:cNvSpPr/>
          <p:nvPr/>
        </p:nvSpPr>
        <p:spPr>
          <a:xfrm>
            <a:off x="6400800" y="3200400"/>
            <a:ext cx="1920240" cy="640080"/>
          </a:xfrm>
          <a:prstGeom prst="rect">
            <a:avLst/>
          </a:prstGeom>
          <a:noFill/>
          <a:ln/>
        </p:spPr>
        <p:txBody>
          <a:bodyPr wrap="square" lIns="0" tIns="0" rIns="0" bIns="0" rtlCol="0" anchor="ctr"/>
          <a:lstStyle/>
          <a:p>
            <a:pPr marL="0" indent="0" algn="ctr">
              <a:lnSpc>
                <a:spcPct val="120000"/>
              </a:lnSpc>
              <a:buNone/>
            </a:pPr>
            <a:r>
              <a:rPr lang="en-US" sz="1100">
                <a:solidFill>
                  <a:srgbClr val="F8FAFC"/>
                </a:solidFill>
                <a:latin typeface="Calibri" pitchFamily="34" charset="0"/>
                <a:ea typeface="Calibri" pitchFamily="34" charset="-122"/>
                <a:cs typeface="Calibri" pitchFamily="34" charset="-120"/>
              </a:rPr>
              <a:t>画面に映る</a:t>
            </a:r>
            <a:endParaRPr lang="en-US" sz="1100" dirty="0"/>
          </a:p>
          <a:p>
            <a:pPr marL="0" indent="0" algn="ctr">
              <a:lnSpc>
                <a:spcPct val="120000"/>
              </a:lnSpc>
              <a:buNone/>
            </a:pPr>
            <a:r>
              <a:rPr lang="en-US" sz="1100">
                <a:solidFill>
                  <a:srgbClr val="F8FAFC"/>
                </a:solidFill>
                <a:latin typeface="Calibri" pitchFamily="34" charset="0"/>
                <a:ea typeface="Calibri" pitchFamily="34" charset="-122"/>
                <a:cs typeface="Calibri" pitchFamily="34" charset="-120"/>
              </a:rPr>
              <a:t>陰影と質感</a:t>
            </a:r>
            <a:endParaRPr lang="en-US" sz="1100" dirty="0"/>
          </a:p>
        </p:txBody>
      </p:sp>
      <p:sp>
        <p:nvSpPr>
          <p:cNvPr id="19" name="Text 14"/>
          <p:cNvSpPr/>
          <p:nvPr/>
        </p:nvSpPr>
        <p:spPr>
          <a:xfrm>
            <a:off x="2788920" y="2606040"/>
            <a:ext cx="731520" cy="548640"/>
          </a:xfrm>
          <a:prstGeom prst="rect">
            <a:avLst/>
          </a:prstGeom>
          <a:noFill/>
          <a:ln/>
        </p:spPr>
        <p:txBody>
          <a:bodyPr wrap="square" lIns="0" tIns="0" rIns="0" bIns="0" rtlCol="0" anchor="ctr"/>
          <a:lstStyle/>
          <a:p>
            <a:pPr marL="0" indent="0" algn="ctr">
              <a:buNone/>
            </a:pPr>
            <a:r>
              <a:rPr lang="en-US" sz="3000">
                <a:solidFill>
                  <a:srgbClr val="94A3B8"/>
                </a:solidFill>
                <a:latin typeface="Trebuchet MS" pitchFamily="34" charset="0"/>
                <a:ea typeface="Trebuchet MS" pitchFamily="34" charset="-122"/>
                <a:cs typeface="Trebuchet MS" pitchFamily="34" charset="-120"/>
              </a:rPr>
              <a:t>×</a:t>
            </a:r>
            <a:endParaRPr lang="en-US" sz="3000" dirty="0"/>
          </a:p>
        </p:txBody>
      </p:sp>
      <p:sp>
        <p:nvSpPr>
          <p:cNvPr id="20" name="Text 15"/>
          <p:cNvSpPr/>
          <p:nvPr/>
        </p:nvSpPr>
        <p:spPr>
          <a:xfrm>
            <a:off x="5577840" y="2606040"/>
            <a:ext cx="731520" cy="548640"/>
          </a:xfrm>
          <a:prstGeom prst="rect">
            <a:avLst/>
          </a:prstGeom>
          <a:noFill/>
          <a:ln/>
        </p:spPr>
        <p:txBody>
          <a:bodyPr wrap="square" lIns="0" tIns="0" rIns="0" bIns="0" rtlCol="0" anchor="ctr"/>
          <a:lstStyle/>
          <a:p>
            <a:pPr marL="0" indent="0" algn="ctr">
              <a:buNone/>
            </a:pPr>
            <a:r>
              <a:rPr lang="en-US" sz="3000" dirty="0">
                <a:solidFill>
                  <a:srgbClr val="94A3B8"/>
                </a:solidFill>
                <a:latin typeface="Trebuchet MS" pitchFamily="34" charset="0"/>
                <a:ea typeface="Trebuchet MS" pitchFamily="34" charset="-122"/>
                <a:cs typeface="Trebuchet MS" pitchFamily="34" charset="-120"/>
              </a:rPr>
              <a:t>=</a:t>
            </a:r>
            <a:endParaRPr lang="en-US" sz="3000" dirty="0"/>
          </a:p>
        </p:txBody>
      </p:sp>
      <p:sp>
        <p:nvSpPr>
          <p:cNvPr id="21" name="Shape 16"/>
          <p:cNvSpPr/>
          <p:nvPr/>
        </p:nvSpPr>
        <p:spPr>
          <a:xfrm>
            <a:off x="731520" y="4069080"/>
            <a:ext cx="7680960" cy="548640"/>
          </a:xfrm>
          <a:prstGeom prst="roundRect">
            <a:avLst>
              <a:gd name="adj" fmla="val 10000"/>
            </a:avLst>
          </a:prstGeom>
          <a:solidFill>
            <a:srgbClr val="1A1A2E"/>
          </a:solidFill>
          <a:ln/>
        </p:spPr>
        <p:txBody>
          <a:bodyPr/>
          <a:lstStyle/>
          <a:p>
            <a:endParaRPr lang="ja-JP" altLang="en-US"/>
          </a:p>
        </p:txBody>
      </p:sp>
      <p:sp>
        <p:nvSpPr>
          <p:cNvPr id="22" name="Text 17"/>
          <p:cNvSpPr/>
          <p:nvPr/>
        </p:nvSpPr>
        <p:spPr>
          <a:xfrm>
            <a:off x="1005840" y="4206240"/>
            <a:ext cx="7132320" cy="274320"/>
          </a:xfrm>
          <a:prstGeom prst="rect">
            <a:avLst/>
          </a:prstGeom>
          <a:noFill/>
          <a:ln/>
        </p:spPr>
        <p:txBody>
          <a:bodyPr wrap="square" lIns="0" tIns="0" rIns="0" bIns="0" rtlCol="0" anchor="t"/>
          <a:lstStyle/>
          <a:p>
            <a:pPr marL="0" indent="0">
              <a:lnSpc>
                <a:spcPct val="115000"/>
              </a:lnSpc>
              <a:buNone/>
            </a:pPr>
            <a:r>
              <a:rPr lang="en-US" sz="1200">
                <a:solidFill>
                  <a:srgbClr val="F8FAFC"/>
                </a:solidFill>
                <a:latin typeface="Consolas" pitchFamily="34" charset="0"/>
                <a:ea typeface="Consolas" pitchFamily="34" charset="-122"/>
                <a:cs typeface="Consolas" pitchFamily="34" charset="-120"/>
              </a:rPr>
              <a:t>同じマテリアルでもライトが変われば見え方は大きく変わる</a:t>
            </a:r>
            <a:endParaRPr lang="en-US" sz="1200" dirty="0"/>
          </a:p>
        </p:txBody>
      </p:sp>
      <p:sp>
        <p:nvSpPr>
          <p:cNvPr id="23" name="Text 18"/>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4" name="Text 19"/>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09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a:solidFill>
                  <a:srgbClr val="22D3EE"/>
                </a:solidFill>
                <a:latin typeface="Calibri" pitchFamily="34" charset="0"/>
                <a:ea typeface="Calibri" pitchFamily="34" charset="-122"/>
                <a:cs typeface="Calibri" pitchFamily="34" charset="-120"/>
              </a:rPr>
              <a:t>LIGHT</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代表的なライト</a:t>
            </a:r>
            <a:endParaRPr lang="en-US" sz="3200" dirty="0"/>
          </a:p>
        </p:txBody>
      </p:sp>
      <p:sp>
        <p:nvSpPr>
          <p:cNvPr id="4" name="Shape 2"/>
          <p:cNvSpPr/>
          <p:nvPr/>
        </p:nvSpPr>
        <p:spPr>
          <a:xfrm>
            <a:off x="731520" y="1600200"/>
            <a:ext cx="3657600" cy="822960"/>
          </a:xfrm>
          <a:prstGeom prst="roundRect">
            <a:avLst>
              <a:gd name="adj" fmla="val 6667"/>
            </a:avLst>
          </a:prstGeom>
          <a:solidFill>
            <a:srgbClr val="1E293B"/>
          </a:solidFill>
          <a:ln/>
        </p:spPr>
        <p:txBody>
          <a:bodyPr/>
          <a:lstStyle/>
          <a:p>
            <a:endParaRPr lang="ja-JP" altLang="en-US"/>
          </a:p>
        </p:txBody>
      </p:sp>
      <p:sp>
        <p:nvSpPr>
          <p:cNvPr id="5" name="Shape 3"/>
          <p:cNvSpPr/>
          <p:nvPr/>
        </p:nvSpPr>
        <p:spPr>
          <a:xfrm>
            <a:off x="731520" y="1600200"/>
            <a:ext cx="54864" cy="822960"/>
          </a:xfrm>
          <a:prstGeom prst="rect">
            <a:avLst/>
          </a:prstGeom>
          <a:solidFill>
            <a:srgbClr val="22D3EE"/>
          </a:solidFill>
          <a:ln/>
        </p:spPr>
        <p:txBody>
          <a:bodyPr/>
          <a:lstStyle/>
          <a:p>
            <a:endParaRPr lang="ja-JP" altLang="en-US"/>
          </a:p>
        </p:txBody>
      </p:sp>
      <p:sp>
        <p:nvSpPr>
          <p:cNvPr id="6" name="Text 4"/>
          <p:cNvSpPr/>
          <p:nvPr/>
        </p:nvSpPr>
        <p:spPr>
          <a:xfrm>
            <a:off x="960120" y="1691640"/>
            <a:ext cx="3291840" cy="292608"/>
          </a:xfrm>
          <a:prstGeom prst="rect">
            <a:avLst/>
          </a:prstGeom>
          <a:noFill/>
          <a:ln/>
        </p:spPr>
        <p:txBody>
          <a:bodyPr wrap="square" lIns="0" tIns="0" rIns="0" bIns="0" rtlCol="0" anchor="ctr"/>
          <a:lstStyle/>
          <a:p>
            <a:pPr marL="0" indent="0">
              <a:buNone/>
            </a:pPr>
            <a:r>
              <a:rPr lang="en-US" sz="1400" b="1">
                <a:solidFill>
                  <a:srgbClr val="22D3EE"/>
                </a:solidFill>
                <a:latin typeface="Consolas" pitchFamily="34" charset="0"/>
                <a:ea typeface="Consolas" pitchFamily="34" charset="-122"/>
                <a:cs typeface="Consolas" pitchFamily="34" charset="-120"/>
              </a:rPr>
              <a:t>AmbientLight</a:t>
            </a:r>
            <a:endParaRPr lang="en-US" sz="1400" dirty="0"/>
          </a:p>
        </p:txBody>
      </p:sp>
      <p:sp>
        <p:nvSpPr>
          <p:cNvPr id="7" name="Text 5"/>
          <p:cNvSpPr/>
          <p:nvPr/>
        </p:nvSpPr>
        <p:spPr>
          <a:xfrm>
            <a:off x="960120" y="2011680"/>
            <a:ext cx="210312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全体を均一に照らす</a:t>
            </a:r>
            <a:endParaRPr lang="en-US" sz="1200" dirty="0"/>
          </a:p>
        </p:txBody>
      </p:sp>
      <p:sp>
        <p:nvSpPr>
          <p:cNvPr id="8" name="Text 6"/>
          <p:cNvSpPr/>
          <p:nvPr/>
        </p:nvSpPr>
        <p:spPr>
          <a:xfrm>
            <a:off x="3017520" y="2011680"/>
            <a:ext cx="1280160" cy="274320"/>
          </a:xfrm>
          <a:prstGeom prst="rect">
            <a:avLst/>
          </a:prstGeom>
          <a:noFill/>
          <a:ln/>
        </p:spPr>
        <p:txBody>
          <a:bodyPr wrap="square" lIns="0" tIns="0" rIns="0" bIns="0" rtlCol="0" anchor="ctr"/>
          <a:lstStyle/>
          <a:p>
            <a:pPr marL="0" indent="0" algn="r">
              <a:buNone/>
            </a:pPr>
            <a:r>
              <a:rPr lang="en-US" sz="1100">
                <a:solidFill>
                  <a:srgbClr val="94A3B8"/>
                </a:solidFill>
                <a:latin typeface="Consolas" pitchFamily="34" charset="0"/>
                <a:ea typeface="Consolas" pitchFamily="34" charset="-122"/>
                <a:cs typeface="Consolas" pitchFamily="34" charset="-120"/>
              </a:rPr>
              <a:t>環境光・影なし</a:t>
            </a:r>
            <a:endParaRPr lang="en-US" sz="1100" dirty="0"/>
          </a:p>
        </p:txBody>
      </p:sp>
      <p:sp>
        <p:nvSpPr>
          <p:cNvPr id="9" name="Shape 7"/>
          <p:cNvSpPr/>
          <p:nvPr/>
        </p:nvSpPr>
        <p:spPr>
          <a:xfrm>
            <a:off x="4663440" y="1600200"/>
            <a:ext cx="3657600" cy="822960"/>
          </a:xfrm>
          <a:prstGeom prst="roundRect">
            <a:avLst>
              <a:gd name="adj" fmla="val 6667"/>
            </a:avLst>
          </a:prstGeom>
          <a:solidFill>
            <a:srgbClr val="1E293B"/>
          </a:solidFill>
          <a:ln/>
        </p:spPr>
        <p:txBody>
          <a:bodyPr/>
          <a:lstStyle/>
          <a:p>
            <a:endParaRPr lang="ja-JP" altLang="en-US"/>
          </a:p>
        </p:txBody>
      </p:sp>
      <p:sp>
        <p:nvSpPr>
          <p:cNvPr id="10" name="Shape 8"/>
          <p:cNvSpPr/>
          <p:nvPr/>
        </p:nvSpPr>
        <p:spPr>
          <a:xfrm>
            <a:off x="4663440" y="1600200"/>
            <a:ext cx="54864" cy="822960"/>
          </a:xfrm>
          <a:prstGeom prst="rect">
            <a:avLst/>
          </a:prstGeom>
          <a:solidFill>
            <a:srgbClr val="22D3EE"/>
          </a:solidFill>
          <a:ln/>
        </p:spPr>
        <p:txBody>
          <a:bodyPr/>
          <a:lstStyle/>
          <a:p>
            <a:endParaRPr lang="ja-JP" altLang="en-US"/>
          </a:p>
        </p:txBody>
      </p:sp>
      <p:sp>
        <p:nvSpPr>
          <p:cNvPr id="11" name="Text 9"/>
          <p:cNvSpPr/>
          <p:nvPr/>
        </p:nvSpPr>
        <p:spPr>
          <a:xfrm>
            <a:off x="4892040" y="1691640"/>
            <a:ext cx="3291840" cy="292608"/>
          </a:xfrm>
          <a:prstGeom prst="rect">
            <a:avLst/>
          </a:prstGeom>
          <a:noFill/>
          <a:ln/>
        </p:spPr>
        <p:txBody>
          <a:bodyPr wrap="square" lIns="0" tIns="0" rIns="0" bIns="0" rtlCol="0" anchor="ctr"/>
          <a:lstStyle/>
          <a:p>
            <a:pPr marL="0" indent="0">
              <a:buNone/>
            </a:pPr>
            <a:r>
              <a:rPr lang="en-US" sz="1400" b="1">
                <a:solidFill>
                  <a:srgbClr val="22D3EE"/>
                </a:solidFill>
                <a:latin typeface="Consolas" pitchFamily="34" charset="0"/>
                <a:ea typeface="Consolas" pitchFamily="34" charset="-122"/>
                <a:cs typeface="Consolas" pitchFamily="34" charset="-120"/>
              </a:rPr>
              <a:t>DirectionalLight</a:t>
            </a:r>
            <a:endParaRPr lang="en-US" sz="1400" dirty="0"/>
          </a:p>
        </p:txBody>
      </p:sp>
      <p:sp>
        <p:nvSpPr>
          <p:cNvPr id="12" name="Text 10"/>
          <p:cNvSpPr/>
          <p:nvPr/>
        </p:nvSpPr>
        <p:spPr>
          <a:xfrm>
            <a:off x="4892040" y="2011680"/>
            <a:ext cx="210312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平行光（太陽光）</a:t>
            </a:r>
            <a:endParaRPr lang="en-US" sz="1200" dirty="0"/>
          </a:p>
        </p:txBody>
      </p:sp>
      <p:sp>
        <p:nvSpPr>
          <p:cNvPr id="13" name="Text 11"/>
          <p:cNvSpPr/>
          <p:nvPr/>
        </p:nvSpPr>
        <p:spPr>
          <a:xfrm>
            <a:off x="6949440" y="2011680"/>
            <a:ext cx="1280160" cy="274320"/>
          </a:xfrm>
          <a:prstGeom prst="rect">
            <a:avLst/>
          </a:prstGeom>
          <a:noFill/>
          <a:ln/>
        </p:spPr>
        <p:txBody>
          <a:bodyPr wrap="square" lIns="0" tIns="0" rIns="0" bIns="0" rtlCol="0" anchor="ctr"/>
          <a:lstStyle/>
          <a:p>
            <a:pPr marL="0" indent="0" algn="r">
              <a:buNone/>
            </a:pPr>
            <a:r>
              <a:rPr lang="en-US" sz="1100">
                <a:solidFill>
                  <a:srgbClr val="94A3B8"/>
                </a:solidFill>
                <a:latin typeface="Consolas" pitchFamily="34" charset="0"/>
                <a:ea typeface="Consolas" pitchFamily="34" charset="-122"/>
                <a:cs typeface="Consolas" pitchFamily="34" charset="-120"/>
              </a:rPr>
              <a:t>影を落とせる</a:t>
            </a:r>
            <a:endParaRPr lang="en-US" sz="1100" dirty="0"/>
          </a:p>
        </p:txBody>
      </p:sp>
      <p:sp>
        <p:nvSpPr>
          <p:cNvPr id="14" name="Shape 12"/>
          <p:cNvSpPr/>
          <p:nvPr/>
        </p:nvSpPr>
        <p:spPr>
          <a:xfrm>
            <a:off x="731520" y="2560320"/>
            <a:ext cx="3657600" cy="822960"/>
          </a:xfrm>
          <a:prstGeom prst="roundRect">
            <a:avLst>
              <a:gd name="adj" fmla="val 6667"/>
            </a:avLst>
          </a:prstGeom>
          <a:solidFill>
            <a:srgbClr val="1E293B"/>
          </a:solidFill>
          <a:ln/>
        </p:spPr>
        <p:txBody>
          <a:bodyPr/>
          <a:lstStyle/>
          <a:p>
            <a:endParaRPr lang="ja-JP" altLang="en-US"/>
          </a:p>
        </p:txBody>
      </p:sp>
      <p:sp>
        <p:nvSpPr>
          <p:cNvPr id="15" name="Shape 13"/>
          <p:cNvSpPr/>
          <p:nvPr/>
        </p:nvSpPr>
        <p:spPr>
          <a:xfrm>
            <a:off x="731520" y="2560320"/>
            <a:ext cx="54864" cy="822960"/>
          </a:xfrm>
          <a:prstGeom prst="rect">
            <a:avLst/>
          </a:prstGeom>
          <a:solidFill>
            <a:srgbClr val="22D3EE"/>
          </a:solidFill>
          <a:ln/>
        </p:spPr>
        <p:txBody>
          <a:bodyPr/>
          <a:lstStyle/>
          <a:p>
            <a:endParaRPr lang="ja-JP" altLang="en-US"/>
          </a:p>
        </p:txBody>
      </p:sp>
      <p:sp>
        <p:nvSpPr>
          <p:cNvPr id="16" name="Text 14"/>
          <p:cNvSpPr/>
          <p:nvPr/>
        </p:nvSpPr>
        <p:spPr>
          <a:xfrm>
            <a:off x="960120" y="2651760"/>
            <a:ext cx="3291840" cy="292608"/>
          </a:xfrm>
          <a:prstGeom prst="rect">
            <a:avLst/>
          </a:prstGeom>
          <a:noFill/>
          <a:ln/>
        </p:spPr>
        <p:txBody>
          <a:bodyPr wrap="square" lIns="0" tIns="0" rIns="0" bIns="0" rtlCol="0" anchor="ctr"/>
          <a:lstStyle/>
          <a:p>
            <a:pPr marL="0" indent="0">
              <a:buNone/>
            </a:pPr>
            <a:r>
              <a:rPr lang="en-US" sz="1400" b="1">
                <a:solidFill>
                  <a:srgbClr val="22D3EE"/>
                </a:solidFill>
                <a:latin typeface="Consolas" pitchFamily="34" charset="0"/>
                <a:ea typeface="Consolas" pitchFamily="34" charset="-122"/>
                <a:cs typeface="Consolas" pitchFamily="34" charset="-120"/>
              </a:rPr>
              <a:t>PointLight</a:t>
            </a:r>
            <a:endParaRPr lang="en-US" sz="1400" dirty="0"/>
          </a:p>
        </p:txBody>
      </p:sp>
      <p:sp>
        <p:nvSpPr>
          <p:cNvPr id="17" name="Text 15"/>
          <p:cNvSpPr/>
          <p:nvPr/>
        </p:nvSpPr>
        <p:spPr>
          <a:xfrm>
            <a:off x="960120" y="2971800"/>
            <a:ext cx="210312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点光源</a:t>
            </a:r>
            <a:r>
              <a:rPr lang="en-US" sz="1200" dirty="0">
                <a:solidFill>
                  <a:srgbClr val="F8FAFC"/>
                </a:solidFill>
                <a:latin typeface="Calibri" pitchFamily="34" charset="0"/>
                <a:ea typeface="Calibri" pitchFamily="34" charset="-122"/>
                <a:cs typeface="Calibri" pitchFamily="34" charset="-120"/>
              </a:rPr>
              <a:t>（</a:t>
            </a:r>
            <a:r>
              <a:rPr lang="en-US" sz="1200">
                <a:solidFill>
                  <a:srgbClr val="F8FAFC"/>
                </a:solidFill>
                <a:latin typeface="Calibri" pitchFamily="34" charset="0"/>
                <a:ea typeface="Calibri" pitchFamily="34" charset="-122"/>
                <a:cs typeface="Calibri" pitchFamily="34" charset="-120"/>
              </a:rPr>
              <a:t>電球</a:t>
            </a:r>
            <a:r>
              <a:rPr lang="en-US" sz="1200" dirty="0">
                <a:solidFill>
                  <a:srgbClr val="F8FAFC"/>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3017520" y="2971800"/>
            <a:ext cx="1280160" cy="274320"/>
          </a:xfrm>
          <a:prstGeom prst="rect">
            <a:avLst/>
          </a:prstGeom>
          <a:noFill/>
          <a:ln/>
        </p:spPr>
        <p:txBody>
          <a:bodyPr wrap="square" lIns="0" tIns="0" rIns="0" bIns="0" rtlCol="0" anchor="ctr"/>
          <a:lstStyle/>
          <a:p>
            <a:pPr marL="0" indent="0" algn="r">
              <a:buNone/>
            </a:pPr>
            <a:r>
              <a:rPr lang="en-US" sz="1100">
                <a:solidFill>
                  <a:srgbClr val="94A3B8"/>
                </a:solidFill>
                <a:latin typeface="Consolas" pitchFamily="34" charset="0"/>
                <a:ea typeface="Consolas" pitchFamily="34" charset="-122"/>
                <a:cs typeface="Consolas" pitchFamily="34" charset="-120"/>
              </a:rPr>
              <a:t>全方向に拡散</a:t>
            </a:r>
            <a:endParaRPr lang="en-US" sz="1100" dirty="0"/>
          </a:p>
        </p:txBody>
      </p:sp>
      <p:sp>
        <p:nvSpPr>
          <p:cNvPr id="19" name="Shape 17"/>
          <p:cNvSpPr/>
          <p:nvPr/>
        </p:nvSpPr>
        <p:spPr>
          <a:xfrm>
            <a:off x="4663440" y="2560320"/>
            <a:ext cx="3657600" cy="822960"/>
          </a:xfrm>
          <a:prstGeom prst="roundRect">
            <a:avLst>
              <a:gd name="adj" fmla="val 6667"/>
            </a:avLst>
          </a:prstGeom>
          <a:solidFill>
            <a:srgbClr val="1E293B"/>
          </a:solidFill>
          <a:ln/>
        </p:spPr>
        <p:txBody>
          <a:bodyPr/>
          <a:lstStyle/>
          <a:p>
            <a:endParaRPr lang="ja-JP" altLang="en-US"/>
          </a:p>
        </p:txBody>
      </p:sp>
      <p:sp>
        <p:nvSpPr>
          <p:cNvPr id="20" name="Shape 18"/>
          <p:cNvSpPr/>
          <p:nvPr/>
        </p:nvSpPr>
        <p:spPr>
          <a:xfrm>
            <a:off x="4663440" y="2560320"/>
            <a:ext cx="54864" cy="822960"/>
          </a:xfrm>
          <a:prstGeom prst="rect">
            <a:avLst/>
          </a:prstGeom>
          <a:solidFill>
            <a:srgbClr val="22D3EE"/>
          </a:solidFill>
          <a:ln/>
        </p:spPr>
        <p:txBody>
          <a:bodyPr/>
          <a:lstStyle/>
          <a:p>
            <a:endParaRPr lang="ja-JP" altLang="en-US"/>
          </a:p>
        </p:txBody>
      </p:sp>
      <p:sp>
        <p:nvSpPr>
          <p:cNvPr id="21" name="Text 19"/>
          <p:cNvSpPr/>
          <p:nvPr/>
        </p:nvSpPr>
        <p:spPr>
          <a:xfrm>
            <a:off x="4892040" y="2651760"/>
            <a:ext cx="3291840" cy="292608"/>
          </a:xfrm>
          <a:prstGeom prst="rect">
            <a:avLst/>
          </a:prstGeom>
          <a:noFill/>
          <a:ln/>
        </p:spPr>
        <p:txBody>
          <a:bodyPr wrap="square" lIns="0" tIns="0" rIns="0" bIns="0" rtlCol="0" anchor="ctr"/>
          <a:lstStyle/>
          <a:p>
            <a:pPr marL="0" indent="0">
              <a:buNone/>
            </a:pPr>
            <a:r>
              <a:rPr lang="en-US" sz="1400" b="1">
                <a:solidFill>
                  <a:srgbClr val="22D3EE"/>
                </a:solidFill>
                <a:latin typeface="Consolas" pitchFamily="34" charset="0"/>
                <a:ea typeface="Consolas" pitchFamily="34" charset="-122"/>
                <a:cs typeface="Consolas" pitchFamily="34" charset="-120"/>
              </a:rPr>
              <a:t>SpotLight</a:t>
            </a:r>
            <a:endParaRPr lang="en-US" sz="1400" dirty="0"/>
          </a:p>
        </p:txBody>
      </p:sp>
      <p:sp>
        <p:nvSpPr>
          <p:cNvPr id="22" name="Text 20"/>
          <p:cNvSpPr/>
          <p:nvPr/>
        </p:nvSpPr>
        <p:spPr>
          <a:xfrm>
            <a:off x="4892040" y="2971800"/>
            <a:ext cx="210312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スポット光（懐中電灯）</a:t>
            </a:r>
            <a:endParaRPr lang="en-US" sz="1200" dirty="0"/>
          </a:p>
        </p:txBody>
      </p:sp>
      <p:sp>
        <p:nvSpPr>
          <p:cNvPr id="23" name="Text 21"/>
          <p:cNvSpPr/>
          <p:nvPr/>
        </p:nvSpPr>
        <p:spPr>
          <a:xfrm>
            <a:off x="6949440" y="2971800"/>
            <a:ext cx="1280160" cy="274320"/>
          </a:xfrm>
          <a:prstGeom prst="rect">
            <a:avLst/>
          </a:prstGeom>
          <a:noFill/>
          <a:ln/>
        </p:spPr>
        <p:txBody>
          <a:bodyPr wrap="square" lIns="0" tIns="0" rIns="0" bIns="0" rtlCol="0" anchor="ctr"/>
          <a:lstStyle/>
          <a:p>
            <a:pPr marL="0" indent="0" algn="r">
              <a:buNone/>
            </a:pPr>
            <a:r>
              <a:rPr lang="en-US" sz="1100">
                <a:solidFill>
                  <a:srgbClr val="94A3B8"/>
                </a:solidFill>
                <a:latin typeface="Consolas" pitchFamily="34" charset="0"/>
                <a:ea typeface="Consolas" pitchFamily="34" charset="-122"/>
                <a:cs typeface="Consolas" pitchFamily="34" charset="-120"/>
              </a:rPr>
              <a:t>円錐状に照らす</a:t>
            </a:r>
            <a:endParaRPr lang="en-US" sz="1100" dirty="0"/>
          </a:p>
        </p:txBody>
      </p:sp>
      <p:sp>
        <p:nvSpPr>
          <p:cNvPr id="24" name="Shape 22"/>
          <p:cNvSpPr/>
          <p:nvPr/>
        </p:nvSpPr>
        <p:spPr>
          <a:xfrm>
            <a:off x="731520" y="3520440"/>
            <a:ext cx="3657600" cy="822960"/>
          </a:xfrm>
          <a:prstGeom prst="roundRect">
            <a:avLst>
              <a:gd name="adj" fmla="val 6667"/>
            </a:avLst>
          </a:prstGeom>
          <a:solidFill>
            <a:srgbClr val="1E293B"/>
          </a:solidFill>
          <a:ln/>
        </p:spPr>
        <p:txBody>
          <a:bodyPr/>
          <a:lstStyle/>
          <a:p>
            <a:endParaRPr lang="ja-JP" altLang="en-US"/>
          </a:p>
        </p:txBody>
      </p:sp>
      <p:sp>
        <p:nvSpPr>
          <p:cNvPr id="25" name="Shape 23"/>
          <p:cNvSpPr/>
          <p:nvPr/>
        </p:nvSpPr>
        <p:spPr>
          <a:xfrm>
            <a:off x="731520" y="3520440"/>
            <a:ext cx="54864" cy="822960"/>
          </a:xfrm>
          <a:prstGeom prst="rect">
            <a:avLst/>
          </a:prstGeom>
          <a:solidFill>
            <a:srgbClr val="22D3EE"/>
          </a:solidFill>
          <a:ln/>
        </p:spPr>
        <p:txBody>
          <a:bodyPr/>
          <a:lstStyle/>
          <a:p>
            <a:endParaRPr lang="ja-JP" altLang="en-US"/>
          </a:p>
        </p:txBody>
      </p:sp>
      <p:sp>
        <p:nvSpPr>
          <p:cNvPr id="26" name="Text 24"/>
          <p:cNvSpPr/>
          <p:nvPr/>
        </p:nvSpPr>
        <p:spPr>
          <a:xfrm>
            <a:off x="960120" y="3611880"/>
            <a:ext cx="3291840" cy="292608"/>
          </a:xfrm>
          <a:prstGeom prst="rect">
            <a:avLst/>
          </a:prstGeom>
          <a:noFill/>
          <a:ln/>
        </p:spPr>
        <p:txBody>
          <a:bodyPr wrap="square" lIns="0" tIns="0" rIns="0" bIns="0" rtlCol="0" anchor="ctr"/>
          <a:lstStyle/>
          <a:p>
            <a:pPr marL="0" indent="0">
              <a:buNone/>
            </a:pPr>
            <a:r>
              <a:rPr lang="en-US" sz="1400" b="1">
                <a:solidFill>
                  <a:srgbClr val="22D3EE"/>
                </a:solidFill>
                <a:latin typeface="Consolas" pitchFamily="34" charset="0"/>
                <a:ea typeface="Consolas" pitchFamily="34" charset="-122"/>
                <a:cs typeface="Consolas" pitchFamily="34" charset="-120"/>
              </a:rPr>
              <a:t>HemisphereLight</a:t>
            </a:r>
            <a:endParaRPr lang="en-US" sz="1400" dirty="0"/>
          </a:p>
        </p:txBody>
      </p:sp>
      <p:sp>
        <p:nvSpPr>
          <p:cNvPr id="27" name="Text 25"/>
          <p:cNvSpPr/>
          <p:nvPr/>
        </p:nvSpPr>
        <p:spPr>
          <a:xfrm>
            <a:off x="960120" y="3931920"/>
            <a:ext cx="210312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空と地面の2色光</a:t>
            </a:r>
            <a:endParaRPr lang="en-US" sz="1200" dirty="0"/>
          </a:p>
        </p:txBody>
      </p:sp>
      <p:sp>
        <p:nvSpPr>
          <p:cNvPr id="28" name="Text 26"/>
          <p:cNvSpPr/>
          <p:nvPr/>
        </p:nvSpPr>
        <p:spPr>
          <a:xfrm>
            <a:off x="3017520" y="3931920"/>
            <a:ext cx="1280160" cy="274320"/>
          </a:xfrm>
          <a:prstGeom prst="rect">
            <a:avLst/>
          </a:prstGeom>
          <a:noFill/>
          <a:ln/>
        </p:spPr>
        <p:txBody>
          <a:bodyPr wrap="square" lIns="0" tIns="0" rIns="0" bIns="0" rtlCol="0" anchor="ctr"/>
          <a:lstStyle/>
          <a:p>
            <a:pPr marL="0" indent="0" algn="r">
              <a:buNone/>
            </a:pPr>
            <a:r>
              <a:rPr lang="en-US" sz="1100">
                <a:solidFill>
                  <a:srgbClr val="94A3B8"/>
                </a:solidFill>
                <a:latin typeface="Consolas" pitchFamily="34" charset="0"/>
                <a:ea typeface="Consolas" pitchFamily="34" charset="-122"/>
                <a:cs typeface="Consolas" pitchFamily="34" charset="-120"/>
              </a:rPr>
              <a:t>自然な環境光に</a:t>
            </a:r>
            <a:endParaRPr lang="en-US" sz="1100" dirty="0"/>
          </a:p>
        </p:txBody>
      </p:sp>
      <p:sp>
        <p:nvSpPr>
          <p:cNvPr id="29" name="Shape 27"/>
          <p:cNvSpPr/>
          <p:nvPr/>
        </p:nvSpPr>
        <p:spPr>
          <a:xfrm>
            <a:off x="4663440" y="3520440"/>
            <a:ext cx="3657600" cy="822960"/>
          </a:xfrm>
          <a:prstGeom prst="roundRect">
            <a:avLst>
              <a:gd name="adj" fmla="val 6667"/>
            </a:avLst>
          </a:prstGeom>
          <a:solidFill>
            <a:srgbClr val="1E293B"/>
          </a:solidFill>
          <a:ln/>
        </p:spPr>
        <p:txBody>
          <a:bodyPr/>
          <a:lstStyle/>
          <a:p>
            <a:endParaRPr lang="ja-JP" altLang="en-US"/>
          </a:p>
        </p:txBody>
      </p:sp>
      <p:sp>
        <p:nvSpPr>
          <p:cNvPr id="30" name="Shape 28"/>
          <p:cNvSpPr/>
          <p:nvPr/>
        </p:nvSpPr>
        <p:spPr>
          <a:xfrm>
            <a:off x="4663440" y="3520440"/>
            <a:ext cx="54864" cy="822960"/>
          </a:xfrm>
          <a:prstGeom prst="rect">
            <a:avLst/>
          </a:prstGeom>
          <a:solidFill>
            <a:srgbClr val="22D3EE"/>
          </a:solidFill>
          <a:ln/>
        </p:spPr>
        <p:txBody>
          <a:bodyPr/>
          <a:lstStyle/>
          <a:p>
            <a:endParaRPr lang="ja-JP" altLang="en-US"/>
          </a:p>
        </p:txBody>
      </p:sp>
      <p:sp>
        <p:nvSpPr>
          <p:cNvPr id="31" name="Text 29"/>
          <p:cNvSpPr/>
          <p:nvPr/>
        </p:nvSpPr>
        <p:spPr>
          <a:xfrm>
            <a:off x="4892040" y="3611880"/>
            <a:ext cx="3291840" cy="292608"/>
          </a:xfrm>
          <a:prstGeom prst="rect">
            <a:avLst/>
          </a:prstGeom>
          <a:noFill/>
          <a:ln/>
        </p:spPr>
        <p:txBody>
          <a:bodyPr wrap="square" lIns="0" tIns="0" rIns="0" bIns="0" rtlCol="0" anchor="ctr"/>
          <a:lstStyle/>
          <a:p>
            <a:pPr marL="0" indent="0">
              <a:buNone/>
            </a:pPr>
            <a:r>
              <a:rPr lang="en-US" sz="1400" b="1">
                <a:solidFill>
                  <a:srgbClr val="22D3EE"/>
                </a:solidFill>
                <a:latin typeface="Consolas" pitchFamily="34" charset="0"/>
                <a:ea typeface="Consolas" pitchFamily="34" charset="-122"/>
                <a:cs typeface="Consolas" pitchFamily="34" charset="-120"/>
              </a:rPr>
              <a:t>RectAreaLight</a:t>
            </a:r>
            <a:endParaRPr lang="en-US" sz="1400" dirty="0"/>
          </a:p>
        </p:txBody>
      </p:sp>
      <p:sp>
        <p:nvSpPr>
          <p:cNvPr id="32" name="Text 30"/>
          <p:cNvSpPr/>
          <p:nvPr/>
        </p:nvSpPr>
        <p:spPr>
          <a:xfrm>
            <a:off x="4892040" y="3931920"/>
            <a:ext cx="210312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面光源（窓・パネル）</a:t>
            </a:r>
            <a:endParaRPr lang="en-US" sz="1200" dirty="0"/>
          </a:p>
        </p:txBody>
      </p:sp>
      <p:sp>
        <p:nvSpPr>
          <p:cNvPr id="33" name="Text 31"/>
          <p:cNvSpPr/>
          <p:nvPr/>
        </p:nvSpPr>
        <p:spPr>
          <a:xfrm>
            <a:off x="6949440" y="3931920"/>
            <a:ext cx="1280160" cy="274320"/>
          </a:xfrm>
          <a:prstGeom prst="rect">
            <a:avLst/>
          </a:prstGeom>
          <a:noFill/>
          <a:ln/>
        </p:spPr>
        <p:txBody>
          <a:bodyPr wrap="square" lIns="0" tIns="0" rIns="0" bIns="0" rtlCol="0" anchor="ctr"/>
          <a:lstStyle/>
          <a:p>
            <a:pPr marL="0" indent="0" algn="r">
              <a:buNone/>
            </a:pPr>
            <a:r>
              <a:rPr lang="en-US" sz="1100">
                <a:solidFill>
                  <a:srgbClr val="94A3B8"/>
                </a:solidFill>
                <a:latin typeface="Consolas" pitchFamily="34" charset="0"/>
                <a:ea typeface="Consolas" pitchFamily="34" charset="-122"/>
                <a:cs typeface="Consolas" pitchFamily="34" charset="-120"/>
              </a:rPr>
              <a:t>やわらかい光</a:t>
            </a:r>
            <a:endParaRPr lang="en-US" sz="1100" dirty="0"/>
          </a:p>
        </p:txBody>
      </p:sp>
      <p:sp>
        <p:nvSpPr>
          <p:cNvPr id="34" name="Text 32"/>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35" name="Text 33"/>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MATERIAL</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代表的なマテリアル</a:t>
            </a:r>
            <a:endParaRPr lang="en-US" sz="3200" dirty="0"/>
          </a:p>
        </p:txBody>
      </p:sp>
      <p:sp>
        <p:nvSpPr>
          <p:cNvPr id="4" name="Text 2"/>
          <p:cNvSpPr/>
          <p:nvPr/>
        </p:nvSpPr>
        <p:spPr>
          <a:xfrm>
            <a:off x="731520" y="1463040"/>
            <a:ext cx="7680960" cy="365760"/>
          </a:xfrm>
          <a:prstGeom prst="rect">
            <a:avLst/>
          </a:prstGeom>
          <a:noFill/>
          <a:ln/>
        </p:spPr>
        <p:txBody>
          <a:bodyPr wrap="square" lIns="0" tIns="0" rIns="0" bIns="0" rtlCol="0" anchor="ctr"/>
          <a:lstStyle/>
          <a:p>
            <a:pPr marL="0" indent="0">
              <a:buNone/>
            </a:pPr>
            <a:r>
              <a:rPr lang="en-US" sz="1400">
                <a:solidFill>
                  <a:srgbClr val="94A3B8"/>
                </a:solidFill>
                <a:latin typeface="Calibri" pitchFamily="34" charset="0"/>
                <a:ea typeface="Calibri" pitchFamily="34" charset="-122"/>
                <a:cs typeface="Calibri" pitchFamily="34" charset="-120"/>
              </a:rPr>
              <a:t>質感に合わせて選ぶ</a:t>
            </a:r>
            <a:r>
              <a:rPr lang="en-US" sz="1400" dirty="0">
                <a:solidFill>
                  <a:srgbClr val="94A3B8"/>
                </a:solidFill>
                <a:latin typeface="Calibri" pitchFamily="34" charset="0"/>
                <a:ea typeface="Calibri" pitchFamily="34" charset="-122"/>
                <a:cs typeface="Calibri" pitchFamily="34" charset="-120"/>
              </a:rPr>
              <a:t>。</a:t>
            </a:r>
            <a:r>
              <a:rPr lang="en-US" sz="1400">
                <a:solidFill>
                  <a:srgbClr val="94A3B8"/>
                </a:solidFill>
                <a:latin typeface="Calibri" pitchFamily="34" charset="0"/>
                <a:ea typeface="Calibri" pitchFamily="34" charset="-122"/>
                <a:cs typeface="Calibri" pitchFamily="34" charset="-120"/>
              </a:rPr>
              <a:t>今回は Standard を中心に使う</a:t>
            </a:r>
            <a:endParaRPr lang="en-US" sz="1400" dirty="0"/>
          </a:p>
        </p:txBody>
      </p:sp>
      <p:sp>
        <p:nvSpPr>
          <p:cNvPr id="5" name="Shape 3"/>
          <p:cNvSpPr/>
          <p:nvPr/>
        </p:nvSpPr>
        <p:spPr>
          <a:xfrm>
            <a:off x="731520" y="2011680"/>
            <a:ext cx="2468880" cy="2103120"/>
          </a:xfrm>
          <a:prstGeom prst="roundRect">
            <a:avLst>
              <a:gd name="adj" fmla="val 3478"/>
            </a:avLst>
          </a:prstGeom>
          <a:solidFill>
            <a:srgbClr val="1E293B"/>
          </a:solidFill>
          <a:ln/>
        </p:spPr>
        <p:txBody>
          <a:bodyPr/>
          <a:lstStyle/>
          <a:p>
            <a:endParaRPr lang="ja-JP" altLang="en-US"/>
          </a:p>
        </p:txBody>
      </p:sp>
      <p:sp>
        <p:nvSpPr>
          <p:cNvPr id="6" name="Shape 4"/>
          <p:cNvSpPr/>
          <p:nvPr/>
        </p:nvSpPr>
        <p:spPr>
          <a:xfrm>
            <a:off x="731520" y="2011680"/>
            <a:ext cx="2468880" cy="54864"/>
          </a:xfrm>
          <a:prstGeom prst="rect">
            <a:avLst/>
          </a:prstGeom>
          <a:solidFill>
            <a:srgbClr val="A3E635"/>
          </a:solidFill>
          <a:ln/>
        </p:spPr>
        <p:txBody>
          <a:bodyPr/>
          <a:lstStyle/>
          <a:p>
            <a:endParaRPr lang="ja-JP" altLang="en-US"/>
          </a:p>
        </p:txBody>
      </p:sp>
      <p:sp>
        <p:nvSpPr>
          <p:cNvPr id="7" name="Text 5"/>
          <p:cNvSpPr/>
          <p:nvPr/>
        </p:nvSpPr>
        <p:spPr>
          <a:xfrm>
            <a:off x="914400" y="2240280"/>
            <a:ext cx="2103120" cy="640080"/>
          </a:xfrm>
          <a:prstGeom prst="rect">
            <a:avLst/>
          </a:prstGeom>
          <a:noFill/>
          <a:ln/>
        </p:spPr>
        <p:txBody>
          <a:bodyPr wrap="square" lIns="0" tIns="0" rIns="0" bIns="0" rtlCol="0" anchor="ctr"/>
          <a:lstStyle/>
          <a:p>
            <a:pPr marL="0" indent="0">
              <a:buNone/>
            </a:pPr>
            <a:r>
              <a:rPr lang="en-US" sz="1300" b="1">
                <a:solidFill>
                  <a:srgbClr val="F8FAFC"/>
                </a:solidFill>
                <a:latin typeface="Consolas" pitchFamily="34" charset="0"/>
                <a:ea typeface="Consolas" pitchFamily="34" charset="-122"/>
                <a:cs typeface="Consolas" pitchFamily="34" charset="-120"/>
              </a:rPr>
              <a:t>MeshLambertMaterial</a:t>
            </a:r>
            <a:endParaRPr lang="en-US" sz="1300" dirty="0"/>
          </a:p>
        </p:txBody>
      </p:sp>
      <p:sp>
        <p:nvSpPr>
          <p:cNvPr id="8" name="Text 6"/>
          <p:cNvSpPr/>
          <p:nvPr/>
        </p:nvSpPr>
        <p:spPr>
          <a:xfrm>
            <a:off x="914400" y="2971800"/>
            <a:ext cx="2103120" cy="914400"/>
          </a:xfrm>
          <a:prstGeom prst="rect">
            <a:avLst/>
          </a:prstGeom>
          <a:noFill/>
          <a:ln/>
        </p:spPr>
        <p:txBody>
          <a:bodyPr wrap="square" lIns="0" tIns="0" rIns="0" bIns="0" rtlCol="0" anchor="ctr"/>
          <a:lstStyle/>
          <a:p>
            <a:pPr marL="0" indent="0">
              <a:lnSpc>
                <a:spcPct val="130000"/>
              </a:lnSpc>
              <a:buNone/>
            </a:pPr>
            <a:r>
              <a:rPr lang="en-US" sz="1100">
                <a:solidFill>
                  <a:srgbClr val="94A3B8"/>
                </a:solidFill>
                <a:latin typeface="Calibri" pitchFamily="34" charset="0"/>
                <a:ea typeface="Calibri" pitchFamily="34" charset="-122"/>
                <a:cs typeface="Calibri" pitchFamily="34" charset="-120"/>
              </a:rPr>
              <a:t>マットで光沢のない質感</a:t>
            </a:r>
            <a:r>
              <a:rPr lang="en-US" sz="1100" dirty="0">
                <a:solidFill>
                  <a:srgbClr val="94A3B8"/>
                </a:solidFill>
                <a:latin typeface="Calibri" pitchFamily="34" charset="0"/>
                <a:ea typeface="Calibri" pitchFamily="34" charset="-122"/>
                <a:cs typeface="Calibri" pitchFamily="34" charset="-120"/>
              </a:rPr>
              <a:t>。</a:t>
            </a:r>
            <a:endParaRPr lang="en-US" sz="1100" dirty="0"/>
          </a:p>
          <a:p>
            <a:pPr marL="0" indent="0">
              <a:lnSpc>
                <a:spcPct val="130000"/>
              </a:lnSpc>
              <a:buNone/>
            </a:pPr>
            <a:r>
              <a:rPr lang="en-US" sz="1100">
                <a:solidFill>
                  <a:srgbClr val="94A3B8"/>
                </a:solidFill>
                <a:latin typeface="Calibri" pitchFamily="34" charset="0"/>
                <a:ea typeface="Calibri" pitchFamily="34" charset="-122"/>
                <a:cs typeface="Calibri" pitchFamily="34" charset="-120"/>
              </a:rPr>
              <a:t>軽量で高速</a:t>
            </a:r>
            <a:endParaRPr lang="en-US" sz="1100" dirty="0"/>
          </a:p>
        </p:txBody>
      </p:sp>
      <p:sp>
        <p:nvSpPr>
          <p:cNvPr id="9" name="Shape 7"/>
          <p:cNvSpPr/>
          <p:nvPr/>
        </p:nvSpPr>
        <p:spPr>
          <a:xfrm>
            <a:off x="3429000" y="2011680"/>
            <a:ext cx="2468880" cy="2103120"/>
          </a:xfrm>
          <a:prstGeom prst="roundRect">
            <a:avLst>
              <a:gd name="adj" fmla="val 3478"/>
            </a:avLst>
          </a:prstGeom>
          <a:solidFill>
            <a:srgbClr val="1E293B"/>
          </a:solidFill>
          <a:ln/>
        </p:spPr>
        <p:txBody>
          <a:bodyPr/>
          <a:lstStyle/>
          <a:p>
            <a:endParaRPr lang="ja-JP" altLang="en-US"/>
          </a:p>
        </p:txBody>
      </p:sp>
      <p:sp>
        <p:nvSpPr>
          <p:cNvPr id="10" name="Shape 8"/>
          <p:cNvSpPr/>
          <p:nvPr/>
        </p:nvSpPr>
        <p:spPr>
          <a:xfrm>
            <a:off x="3429000" y="2011680"/>
            <a:ext cx="2468880" cy="54864"/>
          </a:xfrm>
          <a:prstGeom prst="rect">
            <a:avLst/>
          </a:prstGeom>
          <a:solidFill>
            <a:srgbClr val="22D3EE"/>
          </a:solidFill>
          <a:ln/>
        </p:spPr>
        <p:txBody>
          <a:bodyPr/>
          <a:lstStyle/>
          <a:p>
            <a:endParaRPr lang="ja-JP" altLang="en-US"/>
          </a:p>
        </p:txBody>
      </p:sp>
      <p:sp>
        <p:nvSpPr>
          <p:cNvPr id="11" name="Text 9"/>
          <p:cNvSpPr/>
          <p:nvPr/>
        </p:nvSpPr>
        <p:spPr>
          <a:xfrm>
            <a:off x="3611880" y="2240280"/>
            <a:ext cx="2103120" cy="640080"/>
          </a:xfrm>
          <a:prstGeom prst="rect">
            <a:avLst/>
          </a:prstGeom>
          <a:noFill/>
          <a:ln/>
        </p:spPr>
        <p:txBody>
          <a:bodyPr wrap="square" lIns="0" tIns="0" rIns="0" bIns="0" rtlCol="0" anchor="ctr"/>
          <a:lstStyle/>
          <a:p>
            <a:pPr marL="0" indent="0">
              <a:buNone/>
            </a:pPr>
            <a:r>
              <a:rPr lang="en-US" sz="1300" b="1">
                <a:solidFill>
                  <a:srgbClr val="F8FAFC"/>
                </a:solidFill>
                <a:latin typeface="Consolas" pitchFamily="34" charset="0"/>
                <a:ea typeface="Consolas" pitchFamily="34" charset="-122"/>
                <a:cs typeface="Consolas" pitchFamily="34" charset="-120"/>
              </a:rPr>
              <a:t>MeshPhongMaterial</a:t>
            </a:r>
            <a:endParaRPr lang="en-US" sz="1300" dirty="0"/>
          </a:p>
        </p:txBody>
      </p:sp>
      <p:sp>
        <p:nvSpPr>
          <p:cNvPr id="12" name="Text 10"/>
          <p:cNvSpPr/>
          <p:nvPr/>
        </p:nvSpPr>
        <p:spPr>
          <a:xfrm>
            <a:off x="3611880" y="2971800"/>
            <a:ext cx="2103120" cy="914400"/>
          </a:xfrm>
          <a:prstGeom prst="rect">
            <a:avLst/>
          </a:prstGeom>
          <a:noFill/>
          <a:ln/>
        </p:spPr>
        <p:txBody>
          <a:bodyPr wrap="square" lIns="0" tIns="0" rIns="0" bIns="0" rtlCol="0" anchor="ctr"/>
          <a:lstStyle/>
          <a:p>
            <a:pPr marL="0" indent="0">
              <a:lnSpc>
                <a:spcPct val="130000"/>
              </a:lnSpc>
              <a:buNone/>
            </a:pPr>
            <a:r>
              <a:rPr lang="en-US" sz="1100">
                <a:solidFill>
                  <a:srgbClr val="94A3B8"/>
                </a:solidFill>
                <a:latin typeface="Calibri" pitchFamily="34" charset="0"/>
                <a:ea typeface="Calibri" pitchFamily="34" charset="-122"/>
                <a:cs typeface="Calibri" pitchFamily="34" charset="-120"/>
              </a:rPr>
              <a:t>光沢とハイライトを表現</a:t>
            </a:r>
            <a:r>
              <a:rPr lang="en-US" sz="1100" dirty="0">
                <a:solidFill>
                  <a:srgbClr val="94A3B8"/>
                </a:solidFill>
                <a:latin typeface="Calibri" pitchFamily="34" charset="0"/>
                <a:ea typeface="Calibri" pitchFamily="34" charset="-122"/>
                <a:cs typeface="Calibri" pitchFamily="34" charset="-120"/>
              </a:rPr>
              <a:t>。</a:t>
            </a:r>
            <a:endParaRPr lang="en-US" sz="1100" dirty="0"/>
          </a:p>
          <a:p>
            <a:pPr marL="0" indent="0">
              <a:lnSpc>
                <a:spcPct val="130000"/>
              </a:lnSpc>
              <a:buNone/>
            </a:pPr>
            <a:r>
              <a:rPr lang="en-US" sz="1100">
                <a:solidFill>
                  <a:srgbClr val="94A3B8"/>
                </a:solidFill>
                <a:latin typeface="Calibri" pitchFamily="34" charset="0"/>
                <a:ea typeface="Calibri" pitchFamily="34" charset="-122"/>
                <a:cs typeface="Calibri" pitchFamily="34" charset="-120"/>
              </a:rPr>
              <a:t>ツヤのある質感に</a:t>
            </a:r>
            <a:endParaRPr lang="en-US" sz="1100" dirty="0"/>
          </a:p>
        </p:txBody>
      </p:sp>
      <p:sp>
        <p:nvSpPr>
          <p:cNvPr id="13" name="Shape 11"/>
          <p:cNvSpPr/>
          <p:nvPr/>
        </p:nvSpPr>
        <p:spPr>
          <a:xfrm>
            <a:off x="6126480" y="2011680"/>
            <a:ext cx="2468880" cy="2103120"/>
          </a:xfrm>
          <a:prstGeom prst="roundRect">
            <a:avLst>
              <a:gd name="adj" fmla="val 3478"/>
            </a:avLst>
          </a:prstGeom>
          <a:solidFill>
            <a:srgbClr val="1E293B"/>
          </a:solidFill>
          <a:ln/>
        </p:spPr>
        <p:txBody>
          <a:bodyPr/>
          <a:lstStyle/>
          <a:p>
            <a:endParaRPr lang="ja-JP" altLang="en-US"/>
          </a:p>
        </p:txBody>
      </p:sp>
      <p:sp>
        <p:nvSpPr>
          <p:cNvPr id="14" name="Shape 12"/>
          <p:cNvSpPr/>
          <p:nvPr/>
        </p:nvSpPr>
        <p:spPr>
          <a:xfrm>
            <a:off x="6126480" y="2011680"/>
            <a:ext cx="2468880" cy="54864"/>
          </a:xfrm>
          <a:prstGeom prst="rect">
            <a:avLst/>
          </a:prstGeom>
          <a:solidFill>
            <a:srgbClr val="EC4899"/>
          </a:solidFill>
          <a:ln/>
        </p:spPr>
        <p:txBody>
          <a:bodyPr/>
          <a:lstStyle/>
          <a:p>
            <a:endParaRPr lang="ja-JP" altLang="en-US"/>
          </a:p>
        </p:txBody>
      </p:sp>
      <p:sp>
        <p:nvSpPr>
          <p:cNvPr id="15" name="Text 13"/>
          <p:cNvSpPr/>
          <p:nvPr/>
        </p:nvSpPr>
        <p:spPr>
          <a:xfrm>
            <a:off x="6309360" y="2240280"/>
            <a:ext cx="2103120" cy="640080"/>
          </a:xfrm>
          <a:prstGeom prst="rect">
            <a:avLst/>
          </a:prstGeom>
          <a:noFill/>
          <a:ln/>
        </p:spPr>
        <p:txBody>
          <a:bodyPr wrap="square" lIns="0" tIns="0" rIns="0" bIns="0" rtlCol="0" anchor="ctr"/>
          <a:lstStyle/>
          <a:p>
            <a:pPr marL="0" indent="0">
              <a:buNone/>
            </a:pPr>
            <a:r>
              <a:rPr lang="en-US" sz="1300" b="1" dirty="0">
                <a:solidFill>
                  <a:srgbClr val="F8FAFC"/>
                </a:solidFill>
                <a:latin typeface="Consolas" pitchFamily="34" charset="0"/>
                <a:ea typeface="Consolas" pitchFamily="34" charset="-122"/>
                <a:cs typeface="Consolas" pitchFamily="34" charset="-120"/>
              </a:rPr>
              <a:t>MeshStandardMaterial</a:t>
            </a:r>
            <a:endParaRPr lang="en-US" sz="1300" dirty="0"/>
          </a:p>
        </p:txBody>
      </p:sp>
      <p:sp>
        <p:nvSpPr>
          <p:cNvPr id="16" name="Text 14"/>
          <p:cNvSpPr/>
          <p:nvPr/>
        </p:nvSpPr>
        <p:spPr>
          <a:xfrm>
            <a:off x="6309360" y="2971800"/>
            <a:ext cx="2103120" cy="914400"/>
          </a:xfrm>
          <a:prstGeom prst="rect">
            <a:avLst/>
          </a:prstGeom>
          <a:noFill/>
          <a:ln/>
        </p:spPr>
        <p:txBody>
          <a:bodyPr wrap="square" lIns="0" tIns="0" rIns="0" bIns="0" rtlCol="0" anchor="ctr"/>
          <a:lstStyle/>
          <a:p>
            <a:pPr marL="0" indent="0">
              <a:lnSpc>
                <a:spcPct val="130000"/>
              </a:lnSpc>
              <a:buNone/>
            </a:pPr>
            <a:r>
              <a:rPr lang="en-US" sz="1100" dirty="0">
                <a:solidFill>
                  <a:srgbClr val="94A3B8"/>
                </a:solidFill>
                <a:latin typeface="Calibri" pitchFamily="34" charset="0"/>
                <a:ea typeface="Calibri" pitchFamily="34" charset="-122"/>
                <a:cs typeface="Calibri" pitchFamily="34" charset="-120"/>
              </a:rPr>
              <a:t>物理ベースのリアルな質感。</a:t>
            </a:r>
            <a:endParaRPr lang="en-US" sz="1100" dirty="0"/>
          </a:p>
          <a:p>
            <a:pPr marL="0" indent="0">
              <a:lnSpc>
                <a:spcPct val="130000"/>
              </a:lnSpc>
              <a:buNone/>
            </a:pPr>
            <a:r>
              <a:rPr lang="en-US" sz="1100">
                <a:solidFill>
                  <a:srgbClr val="94A3B8"/>
                </a:solidFill>
                <a:latin typeface="Calibri" pitchFamily="34" charset="0"/>
                <a:ea typeface="Calibri" pitchFamily="34" charset="-122"/>
                <a:cs typeface="Calibri" pitchFamily="34" charset="-120"/>
              </a:rPr>
              <a:t>最も自然・推奨</a:t>
            </a:r>
            <a:endParaRPr lang="en-US" sz="1100" dirty="0"/>
          </a:p>
        </p:txBody>
      </p:sp>
      <p:sp>
        <p:nvSpPr>
          <p:cNvPr id="17" name="Shape 15"/>
          <p:cNvSpPr/>
          <p:nvPr/>
        </p:nvSpPr>
        <p:spPr>
          <a:xfrm>
            <a:off x="731520" y="4251960"/>
            <a:ext cx="7680960" cy="457200"/>
          </a:xfrm>
          <a:prstGeom prst="roundRect">
            <a:avLst>
              <a:gd name="adj" fmla="val 12000"/>
            </a:avLst>
          </a:prstGeom>
          <a:solidFill>
            <a:srgbClr val="1A1A2E"/>
          </a:solidFill>
          <a:ln/>
        </p:spPr>
        <p:txBody>
          <a:bodyPr/>
          <a:lstStyle/>
          <a:p>
            <a:endParaRPr lang="ja-JP" altLang="en-US"/>
          </a:p>
        </p:txBody>
      </p:sp>
      <p:sp>
        <p:nvSpPr>
          <p:cNvPr id="18" name="Text 16"/>
          <p:cNvSpPr/>
          <p:nvPr/>
        </p:nvSpPr>
        <p:spPr>
          <a:xfrm>
            <a:off x="1005840" y="4389120"/>
            <a:ext cx="7132320" cy="182880"/>
          </a:xfrm>
          <a:prstGeom prst="rect">
            <a:avLst/>
          </a:prstGeom>
          <a:noFill/>
          <a:ln/>
        </p:spPr>
        <p:txBody>
          <a:bodyPr wrap="square" lIns="0" tIns="0" rIns="0" bIns="0" rtlCol="0" anchor="t"/>
          <a:lstStyle/>
          <a:p>
            <a:pPr marL="0" indent="0">
              <a:lnSpc>
                <a:spcPct val="115000"/>
              </a:lnSpc>
              <a:buNone/>
            </a:pPr>
            <a:r>
              <a:rPr lang="en-US" sz="1200" dirty="0">
                <a:solidFill>
                  <a:srgbClr val="F8FAFC"/>
                </a:solidFill>
                <a:latin typeface="Consolas" pitchFamily="34" charset="0"/>
                <a:ea typeface="Consolas" pitchFamily="34" charset="-122"/>
                <a:cs typeface="Consolas" pitchFamily="34" charset="-120"/>
              </a:rPr>
              <a:t>const material = new THREE.</a:t>
            </a:r>
            <a:r>
              <a:rPr lang="en-US" sz="1200">
                <a:solidFill>
                  <a:srgbClr val="F8FAFC"/>
                </a:solidFill>
                <a:latin typeface="Consolas" pitchFamily="34" charset="0"/>
                <a:ea typeface="Consolas" pitchFamily="34" charset="-122"/>
                <a:cs typeface="Consolas" pitchFamily="34" charset="-120"/>
              </a:rPr>
              <a:t>MeshStandardMaterial({ roughness: 0.4 });</a:t>
            </a:r>
            <a:endParaRPr lang="en-US" sz="1200" dirty="0"/>
          </a:p>
        </p:txBody>
      </p:sp>
      <p:sp>
        <p:nvSpPr>
          <p:cNvPr id="19" name="Text 17"/>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0" name="Text 18"/>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CODE</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最小コードでライティング</a:t>
            </a:r>
            <a:endParaRPr lang="en-US" sz="3200" dirty="0"/>
          </a:p>
        </p:txBody>
      </p:sp>
      <p:sp>
        <p:nvSpPr>
          <p:cNvPr id="4" name="Shape 2"/>
          <p:cNvSpPr/>
          <p:nvPr/>
        </p:nvSpPr>
        <p:spPr>
          <a:xfrm>
            <a:off x="731520" y="1554480"/>
            <a:ext cx="7680960" cy="3063240"/>
          </a:xfrm>
          <a:prstGeom prst="roundRect">
            <a:avLst>
              <a:gd name="adj" fmla="val 1791"/>
            </a:avLst>
          </a:prstGeom>
          <a:solidFill>
            <a:srgbClr val="1A1A2E"/>
          </a:solidFill>
          <a:ln/>
        </p:spPr>
        <p:txBody>
          <a:bodyPr/>
          <a:lstStyle/>
          <a:p>
            <a:endParaRPr lang="ja-JP" altLang="en-US"/>
          </a:p>
        </p:txBody>
      </p:sp>
      <p:sp>
        <p:nvSpPr>
          <p:cNvPr id="5" name="Text 3"/>
          <p:cNvSpPr/>
          <p:nvPr/>
        </p:nvSpPr>
        <p:spPr>
          <a:xfrm>
            <a:off x="1005840" y="1691640"/>
            <a:ext cx="7132320" cy="2788920"/>
          </a:xfrm>
          <a:prstGeom prst="rect">
            <a:avLst/>
          </a:prstGeom>
          <a:noFill/>
          <a:ln/>
        </p:spPr>
        <p:txBody>
          <a:bodyPr wrap="square" lIns="0" tIns="0" rIns="0" bIns="0" rtlCol="0" anchor="t"/>
          <a:lstStyle/>
          <a:p>
            <a:pPr marL="0" indent="0">
              <a:lnSpc>
                <a:spcPct val="115000"/>
              </a:lnSpc>
              <a:buNone/>
            </a:pPr>
            <a:r>
              <a:rPr lang="en-US" sz="1100" dirty="0">
                <a:solidFill>
                  <a:srgbClr val="94A3B8"/>
                </a:solidFill>
                <a:latin typeface="Consolas" pitchFamily="34" charset="0"/>
                <a:ea typeface="Consolas" pitchFamily="34" charset="-122"/>
                <a:cs typeface="Consolas" pitchFamily="34" charset="-120"/>
              </a:rPr>
              <a:t>import * as THREE from 'three';</a:t>
            </a:r>
            <a:endParaRPr lang="en-US" sz="1100" dirty="0"/>
          </a:p>
          <a:p>
            <a:pPr marL="0" indent="0">
              <a:lnSpc>
                <a:spcPct val="115000"/>
              </a:lnSpc>
              <a:buNone/>
            </a:pPr>
            <a:endParaRPr lang="en-US" sz="1100" dirty="0"/>
          </a:p>
          <a:p>
            <a:pPr marL="0" indent="0">
              <a:lnSpc>
                <a:spcPct val="115000"/>
              </a:lnSpc>
              <a:buNone/>
            </a:pPr>
            <a:r>
              <a:rPr lang="en-US" sz="1100" dirty="0">
                <a:solidFill>
                  <a:srgbClr val="F8FAFC"/>
                </a:solidFill>
                <a:latin typeface="Consolas" pitchFamily="34" charset="0"/>
                <a:ea typeface="Consolas" pitchFamily="34" charset="-122"/>
                <a:cs typeface="Consolas" pitchFamily="34" charset="-120"/>
              </a:rPr>
              <a:t>const scene = new THREE.Scene();</a:t>
            </a:r>
            <a:endParaRPr lang="en-US" sz="1100" dirty="0"/>
          </a:p>
          <a:p>
            <a:pPr marL="0" indent="0">
              <a:lnSpc>
                <a:spcPct val="115000"/>
              </a:lnSpc>
              <a:buNone/>
            </a:pPr>
            <a:r>
              <a:rPr lang="en-US" sz="1100" dirty="0">
                <a:solidFill>
                  <a:srgbClr val="F8FAFC"/>
                </a:solidFill>
                <a:latin typeface="Consolas" pitchFamily="34" charset="0"/>
                <a:ea typeface="Consolas" pitchFamily="34" charset="-122"/>
                <a:cs typeface="Consolas" pitchFamily="34" charset="-120"/>
              </a:rPr>
              <a:t>const camera = new THREE.PerspectiveCamera(75, innerWidth/innerHeight, 0.1, 1000);</a:t>
            </a:r>
            <a:endParaRPr lang="en-US" sz="1100" dirty="0"/>
          </a:p>
          <a:p>
            <a:pPr marL="0" indent="0">
              <a:lnSpc>
                <a:spcPct val="115000"/>
              </a:lnSpc>
              <a:buNone/>
            </a:pPr>
            <a:r>
              <a:rPr lang="en-US" sz="1100" dirty="0">
                <a:solidFill>
                  <a:srgbClr val="F8FAFC"/>
                </a:solidFill>
                <a:latin typeface="Consolas" pitchFamily="34" charset="0"/>
                <a:ea typeface="Consolas" pitchFamily="34" charset="-122"/>
                <a:cs typeface="Consolas" pitchFamily="34" charset="-120"/>
              </a:rPr>
              <a:t>camera.position.</a:t>
            </a:r>
            <a:r>
              <a:rPr lang="en-US" sz="1100">
                <a:solidFill>
                  <a:srgbClr val="F8FAFC"/>
                </a:solidFill>
                <a:latin typeface="Consolas" pitchFamily="34" charset="0"/>
                <a:ea typeface="Consolas" pitchFamily="34" charset="-122"/>
                <a:cs typeface="Consolas" pitchFamily="34" charset="-120"/>
              </a:rPr>
              <a:t>set(3, 3, </a:t>
            </a:r>
            <a:r>
              <a:rPr lang="en-US" sz="1100" dirty="0">
                <a:solidFill>
                  <a:srgbClr val="F8FAFC"/>
                </a:solidFill>
                <a:latin typeface="Consolas" pitchFamily="34" charset="0"/>
                <a:ea typeface="Consolas" pitchFamily="34" charset="-122"/>
                <a:cs typeface="Consolas" pitchFamily="34" charset="-120"/>
              </a:rPr>
              <a:t>5</a:t>
            </a:r>
            <a:r>
              <a:rPr lang="en-US" sz="1100">
                <a:solidFill>
                  <a:srgbClr val="F8FAFC"/>
                </a:solidFill>
                <a:latin typeface="Consolas" pitchFamily="34" charset="0"/>
                <a:ea typeface="Consolas" pitchFamily="34" charset="-122"/>
                <a:cs typeface="Consolas" pitchFamily="34" charset="-120"/>
              </a:rPr>
              <a:t>);</a:t>
            </a:r>
            <a:endParaRPr lang="en-US" sz="1100" dirty="0"/>
          </a:p>
          <a:p>
            <a:pPr marL="0" indent="0">
              <a:lnSpc>
                <a:spcPct val="115000"/>
              </a:lnSpc>
              <a:buNone/>
            </a:pPr>
            <a:endParaRPr lang="en-US" sz="1100" dirty="0"/>
          </a:p>
          <a:p>
            <a:pPr marL="0" indent="0">
              <a:lnSpc>
                <a:spcPct val="115000"/>
              </a:lnSpc>
              <a:buNone/>
            </a:pPr>
            <a:r>
              <a:rPr lang="en-US" sz="1100" dirty="0">
                <a:solidFill>
                  <a:srgbClr val="F8FAFC"/>
                </a:solidFill>
                <a:latin typeface="Consolas" pitchFamily="34" charset="0"/>
                <a:ea typeface="Consolas" pitchFamily="34" charset="-122"/>
                <a:cs typeface="Consolas" pitchFamily="34" charset="-120"/>
              </a:rPr>
              <a:t>const renderer = new THREE.WebGLRenderer({ antialias: true });</a:t>
            </a:r>
            <a:endParaRPr lang="en-US" sz="1100" dirty="0"/>
          </a:p>
          <a:p>
            <a:pPr marL="0" indent="0">
              <a:lnSpc>
                <a:spcPct val="115000"/>
              </a:lnSpc>
              <a:buNone/>
            </a:pPr>
            <a:r>
              <a:rPr lang="en-US" sz="1100" dirty="0">
                <a:solidFill>
                  <a:srgbClr val="F8FAFC"/>
                </a:solidFill>
                <a:latin typeface="Consolas" pitchFamily="34" charset="0"/>
                <a:ea typeface="Consolas" pitchFamily="34" charset="-122"/>
                <a:cs typeface="Consolas" pitchFamily="34" charset="-120"/>
              </a:rPr>
              <a:t>renderer.setSize(innerWidth, innerHeight);</a:t>
            </a:r>
            <a:endParaRPr lang="en-US" sz="1100" dirty="0"/>
          </a:p>
          <a:p>
            <a:pPr marL="0" indent="0">
              <a:lnSpc>
                <a:spcPct val="115000"/>
              </a:lnSpc>
              <a:buNone/>
            </a:pPr>
            <a:r>
              <a:rPr lang="en-US" sz="1100" dirty="0">
                <a:solidFill>
                  <a:srgbClr val="F8FAFC"/>
                </a:solidFill>
                <a:latin typeface="Consolas" pitchFamily="34" charset="0"/>
                <a:ea typeface="Consolas" pitchFamily="34" charset="-122"/>
                <a:cs typeface="Consolas" pitchFamily="34" charset="-120"/>
              </a:rPr>
              <a:t>document.body.appendChild(renderer.domElement);</a:t>
            </a:r>
            <a:endParaRPr lang="en-US" sz="1100" dirty="0"/>
          </a:p>
          <a:p>
            <a:pPr marL="0" indent="0">
              <a:lnSpc>
                <a:spcPct val="115000"/>
              </a:lnSpc>
              <a:buNone/>
            </a:pPr>
            <a:endParaRPr lang="en-US" sz="1100" dirty="0"/>
          </a:p>
          <a:p>
            <a:pPr marL="0" indent="0">
              <a:lnSpc>
                <a:spcPct val="115000"/>
              </a:lnSpc>
              <a:buNone/>
            </a:pPr>
            <a:r>
              <a:rPr lang="en-US" sz="1100" dirty="0">
                <a:solidFill>
                  <a:srgbClr val="A3E635"/>
                </a:solidFill>
                <a:latin typeface="Consolas" pitchFamily="34" charset="0"/>
                <a:ea typeface="Consolas" pitchFamily="34" charset="-122"/>
                <a:cs typeface="Consolas" pitchFamily="34" charset="-120"/>
              </a:rPr>
              <a:t>const </a:t>
            </a:r>
            <a:r>
              <a:rPr lang="en-US" sz="1100">
                <a:solidFill>
                  <a:srgbClr val="A3E635"/>
                </a:solidFill>
                <a:latin typeface="Consolas" pitchFamily="34" charset="0"/>
                <a:ea typeface="Consolas" pitchFamily="34" charset="-122"/>
                <a:cs typeface="Consolas" pitchFamily="34" charset="-120"/>
              </a:rPr>
              <a:t>light </a:t>
            </a:r>
            <a:r>
              <a:rPr lang="en-US" sz="1100" dirty="0">
                <a:solidFill>
                  <a:srgbClr val="A3E635"/>
                </a:solidFill>
                <a:latin typeface="Consolas" pitchFamily="34" charset="0"/>
                <a:ea typeface="Consolas" pitchFamily="34" charset="-122"/>
                <a:cs typeface="Consolas" pitchFamily="34" charset="-120"/>
              </a:rPr>
              <a:t>= new THREE.</a:t>
            </a:r>
            <a:r>
              <a:rPr lang="en-US" sz="1100">
                <a:solidFill>
                  <a:srgbClr val="A3E635"/>
                </a:solidFill>
                <a:latin typeface="Consolas" pitchFamily="34" charset="0"/>
                <a:ea typeface="Consolas" pitchFamily="34" charset="-122"/>
                <a:cs typeface="Consolas" pitchFamily="34" charset="-120"/>
              </a:rPr>
              <a:t>DirectionalLight</a:t>
            </a:r>
            <a:r>
              <a:rPr lang="en-US" sz="1100" dirty="0">
                <a:solidFill>
                  <a:srgbClr val="A3E635"/>
                </a:solidFill>
                <a:latin typeface="Consolas" pitchFamily="34" charset="0"/>
                <a:ea typeface="Consolas" pitchFamily="34" charset="-122"/>
                <a:cs typeface="Consolas" pitchFamily="34" charset="-120"/>
              </a:rPr>
              <a:t>(</a:t>
            </a:r>
            <a:r>
              <a:rPr lang="en-US" sz="1100">
                <a:solidFill>
                  <a:srgbClr val="A3E635"/>
                </a:solidFill>
                <a:latin typeface="Consolas" pitchFamily="34" charset="0"/>
                <a:ea typeface="Consolas" pitchFamily="34" charset="-122"/>
                <a:cs typeface="Consolas" pitchFamily="34" charset="-120"/>
              </a:rPr>
              <a:t>0xffffff</a:t>
            </a:r>
            <a:r>
              <a:rPr lang="en-US" sz="1100" dirty="0">
                <a:solidFill>
                  <a:srgbClr val="A3E635"/>
                </a:solidFill>
                <a:latin typeface="Consolas" pitchFamily="34" charset="0"/>
                <a:ea typeface="Consolas" pitchFamily="34" charset="-122"/>
                <a:cs typeface="Consolas" pitchFamily="34" charset="-120"/>
              </a:rPr>
              <a:t>, 1</a:t>
            </a:r>
            <a:r>
              <a:rPr lang="en-US" sz="1100">
                <a:solidFill>
                  <a:srgbClr val="A3E635"/>
                </a:solidFill>
                <a:latin typeface="Consolas" pitchFamily="34" charset="0"/>
                <a:ea typeface="Consolas" pitchFamily="34" charset="-122"/>
                <a:cs typeface="Consolas" pitchFamily="34" charset="-120"/>
              </a:rPr>
              <a:t>);</a:t>
            </a:r>
            <a:endParaRPr lang="en-US" sz="1100"/>
          </a:p>
          <a:p>
            <a:pPr marL="0" indent="0">
              <a:lnSpc>
                <a:spcPct val="115000"/>
              </a:lnSpc>
              <a:buNone/>
            </a:pPr>
            <a:r>
              <a:rPr lang="en-US" sz="1100">
                <a:solidFill>
                  <a:srgbClr val="A3E635"/>
                </a:solidFill>
                <a:latin typeface="Consolas" pitchFamily="34" charset="0"/>
                <a:ea typeface="Consolas" pitchFamily="34" charset="-122"/>
                <a:cs typeface="Consolas" pitchFamily="34" charset="-120"/>
              </a:rPr>
              <a:t>light.position.set(5, 10</a:t>
            </a:r>
            <a:r>
              <a:rPr lang="en-US" sz="1100" dirty="0">
                <a:solidFill>
                  <a:srgbClr val="A3E635"/>
                </a:solidFill>
                <a:latin typeface="Consolas" pitchFamily="34" charset="0"/>
                <a:ea typeface="Consolas" pitchFamily="34" charset="-122"/>
                <a:cs typeface="Consolas" pitchFamily="34" charset="-120"/>
              </a:rPr>
              <a:t>, </a:t>
            </a:r>
            <a:r>
              <a:rPr lang="en-US" sz="1100">
                <a:solidFill>
                  <a:srgbClr val="A3E635"/>
                </a:solidFill>
                <a:latin typeface="Consolas" pitchFamily="34" charset="0"/>
                <a:ea typeface="Consolas" pitchFamily="34" charset="-122"/>
                <a:cs typeface="Consolas" pitchFamily="34" charset="-120"/>
              </a:rPr>
              <a:t>7); scene.add(light</a:t>
            </a:r>
            <a:r>
              <a:rPr lang="en-US" sz="1100" dirty="0">
                <a:solidFill>
                  <a:srgbClr val="A3E635"/>
                </a:solidFill>
                <a:latin typeface="Consolas" pitchFamily="34" charset="0"/>
                <a:ea typeface="Consolas" pitchFamily="34" charset="-122"/>
                <a:cs typeface="Consolas" pitchFamily="34" charset="-120"/>
              </a:rPr>
              <a:t>);</a:t>
            </a:r>
            <a:endParaRPr lang="en-US" sz="1100" dirty="0"/>
          </a:p>
          <a:p>
            <a:pPr marL="0" indent="0">
              <a:lnSpc>
                <a:spcPct val="115000"/>
              </a:lnSpc>
              <a:buNone/>
            </a:pPr>
            <a:r>
              <a:rPr lang="en-US" sz="1100" dirty="0">
                <a:solidFill>
                  <a:srgbClr val="A3E635"/>
                </a:solidFill>
                <a:latin typeface="Consolas" pitchFamily="34" charset="0"/>
                <a:ea typeface="Consolas" pitchFamily="34" charset="-122"/>
                <a:cs typeface="Consolas" pitchFamily="34" charset="-120"/>
              </a:rPr>
              <a:t>const material = new THREE.</a:t>
            </a:r>
            <a:r>
              <a:rPr lang="en-US" sz="1100">
                <a:solidFill>
                  <a:srgbClr val="A3E635"/>
                </a:solidFill>
                <a:latin typeface="Consolas" pitchFamily="34" charset="0"/>
                <a:ea typeface="Consolas" pitchFamily="34" charset="-122"/>
                <a:cs typeface="Consolas" pitchFamily="34" charset="-120"/>
              </a:rPr>
              <a:t>MeshStandardMaterial({ color: 0x3b82f6 });</a:t>
            </a:r>
            <a:endParaRPr lang="en-US" sz="1100" dirty="0"/>
          </a:p>
          <a:p>
            <a:pPr marL="0" indent="0">
              <a:lnSpc>
                <a:spcPct val="115000"/>
              </a:lnSpc>
              <a:buNone/>
            </a:pPr>
            <a:r>
              <a:rPr lang="en-US" sz="1100" dirty="0">
                <a:solidFill>
                  <a:srgbClr val="A3E635"/>
                </a:solidFill>
                <a:latin typeface="Consolas" pitchFamily="34" charset="0"/>
                <a:ea typeface="Consolas" pitchFamily="34" charset="-122"/>
                <a:cs typeface="Consolas" pitchFamily="34" charset="-120"/>
              </a:rPr>
              <a:t>const cube = new THREE.Mesh(</a:t>
            </a:r>
            <a:r>
              <a:rPr lang="en-US" sz="1100">
                <a:solidFill>
                  <a:srgbClr val="A3E635"/>
                </a:solidFill>
                <a:latin typeface="Consolas" pitchFamily="34" charset="0"/>
                <a:ea typeface="Consolas" pitchFamily="34" charset="-122"/>
                <a:cs typeface="Consolas" pitchFamily="34" charset="-120"/>
              </a:rPr>
              <a:t>new THREE.BoxGeometry(1,1,1), </a:t>
            </a:r>
            <a:r>
              <a:rPr lang="en-US" sz="1100" dirty="0">
                <a:solidFill>
                  <a:srgbClr val="A3E635"/>
                </a:solidFill>
                <a:latin typeface="Consolas" pitchFamily="34" charset="0"/>
                <a:ea typeface="Consolas" pitchFamily="34" charset="-122"/>
                <a:cs typeface="Consolas" pitchFamily="34" charset="-120"/>
              </a:rPr>
              <a:t>material);</a:t>
            </a:r>
            <a:endParaRPr lang="en-US" sz="1100" dirty="0"/>
          </a:p>
          <a:p>
            <a:pPr marL="0" indent="0">
              <a:lnSpc>
                <a:spcPct val="115000"/>
              </a:lnSpc>
              <a:buNone/>
            </a:pPr>
            <a:endParaRPr lang="en-US" sz="1100"/>
          </a:p>
          <a:p>
            <a:pPr marL="0" indent="0">
              <a:lnSpc>
                <a:spcPct val="115000"/>
              </a:lnSpc>
              <a:buNone/>
            </a:pPr>
            <a:r>
              <a:rPr lang="en-US" sz="1100">
                <a:solidFill>
                  <a:srgbClr val="EC4899"/>
                </a:solidFill>
                <a:latin typeface="Consolas" pitchFamily="34" charset="0"/>
                <a:ea typeface="Consolas" pitchFamily="34" charset="-122"/>
                <a:cs typeface="Consolas" pitchFamily="34" charset="-120"/>
              </a:rPr>
              <a:t>scene.add(cube); </a:t>
            </a:r>
            <a:r>
              <a:rPr lang="en-US" sz="1100" dirty="0">
                <a:solidFill>
                  <a:srgbClr val="EC4899"/>
                </a:solidFill>
                <a:latin typeface="Consolas" pitchFamily="34" charset="0"/>
                <a:ea typeface="Consolas" pitchFamily="34" charset="-122"/>
                <a:cs typeface="Consolas" pitchFamily="34" charset="-120"/>
              </a:rPr>
              <a:t>renderer.render(scene, camera);</a:t>
            </a:r>
            <a:endParaRPr lang="en-US" sz="1100" dirty="0"/>
          </a:p>
        </p:txBody>
      </p:sp>
      <p:sp>
        <p:nvSpPr>
          <p:cNvPr id="6" name="Text 4"/>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7" name="Text 5"/>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FLOW</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ライティングの流れ</a:t>
            </a:r>
            <a:endParaRPr lang="en-US" sz="3200" dirty="0"/>
          </a:p>
        </p:txBody>
      </p:sp>
      <p:sp>
        <p:nvSpPr>
          <p:cNvPr id="4" name="Shape 2"/>
          <p:cNvSpPr/>
          <p:nvPr/>
        </p:nvSpPr>
        <p:spPr>
          <a:xfrm>
            <a:off x="731520" y="1691640"/>
            <a:ext cx="7680960" cy="594360"/>
          </a:xfrm>
          <a:prstGeom prst="roundRect">
            <a:avLst>
              <a:gd name="adj" fmla="val 9231"/>
            </a:avLst>
          </a:prstGeom>
          <a:solidFill>
            <a:srgbClr val="1E293B"/>
          </a:solidFill>
          <a:ln/>
        </p:spPr>
        <p:txBody>
          <a:bodyPr/>
          <a:lstStyle/>
          <a:p>
            <a:endParaRPr lang="ja-JP" altLang="en-US"/>
          </a:p>
        </p:txBody>
      </p:sp>
      <p:sp>
        <p:nvSpPr>
          <p:cNvPr id="5" name="Shape 3"/>
          <p:cNvSpPr/>
          <p:nvPr/>
        </p:nvSpPr>
        <p:spPr>
          <a:xfrm>
            <a:off x="960120" y="1783080"/>
            <a:ext cx="411480" cy="411480"/>
          </a:xfrm>
          <a:prstGeom prst="ellipse">
            <a:avLst/>
          </a:prstGeom>
          <a:solidFill>
            <a:srgbClr val="22D3EE">
              <a:alpha val="20000"/>
            </a:srgbClr>
          </a:solidFill>
          <a:ln/>
        </p:spPr>
        <p:txBody>
          <a:bodyPr/>
          <a:lstStyle/>
          <a:p>
            <a:endParaRPr lang="ja-JP" altLang="en-US"/>
          </a:p>
        </p:txBody>
      </p:sp>
      <p:sp>
        <p:nvSpPr>
          <p:cNvPr id="6" name="Text 4"/>
          <p:cNvSpPr/>
          <p:nvPr/>
        </p:nvSpPr>
        <p:spPr>
          <a:xfrm>
            <a:off x="960120" y="1783080"/>
            <a:ext cx="411480" cy="411480"/>
          </a:xfrm>
          <a:prstGeom prst="rect">
            <a:avLst/>
          </a:prstGeom>
          <a:noFill/>
          <a:ln/>
        </p:spPr>
        <p:txBody>
          <a:bodyPr wrap="square" lIns="0" tIns="0" rIns="0" bIns="0" rtlCol="0" anchor="ctr"/>
          <a:lstStyle/>
          <a:p>
            <a:pPr marL="0" indent="0" algn="ctr">
              <a:buNone/>
            </a:pPr>
            <a:r>
              <a:rPr lang="en-US" sz="1600" b="1" dirty="0">
                <a:solidFill>
                  <a:srgbClr val="22D3EE"/>
                </a:solidFill>
                <a:latin typeface="Trebuchet MS" pitchFamily="34" charset="0"/>
                <a:ea typeface="Trebuchet MS" pitchFamily="34" charset="-122"/>
                <a:cs typeface="Trebuchet MS" pitchFamily="34" charset="-120"/>
              </a:rPr>
              <a:t>1</a:t>
            </a:r>
            <a:endParaRPr lang="en-US" sz="1600" dirty="0"/>
          </a:p>
        </p:txBody>
      </p:sp>
      <p:sp>
        <p:nvSpPr>
          <p:cNvPr id="7" name="Text 5"/>
          <p:cNvSpPr/>
          <p:nvPr/>
        </p:nvSpPr>
        <p:spPr>
          <a:xfrm>
            <a:off x="1600200" y="1764792"/>
            <a:ext cx="2926080" cy="457200"/>
          </a:xfrm>
          <a:prstGeom prst="rect">
            <a:avLst/>
          </a:prstGeom>
          <a:noFill/>
          <a:ln/>
        </p:spPr>
        <p:txBody>
          <a:bodyPr wrap="square" lIns="0" tIns="0" rIns="0" bIns="0" rtlCol="0" anchor="ctr"/>
          <a:lstStyle/>
          <a:p>
            <a:pPr marL="0" indent="0">
              <a:buNone/>
            </a:pPr>
            <a:r>
              <a:rPr lang="en-US" sz="1600" b="1">
                <a:solidFill>
                  <a:srgbClr val="F8FAFC"/>
                </a:solidFill>
                <a:latin typeface="Trebuchet MS" pitchFamily="34" charset="0"/>
                <a:ea typeface="Trebuchet MS" pitchFamily="34" charset="-122"/>
                <a:cs typeface="Trebuchet MS" pitchFamily="34" charset="-120"/>
              </a:rPr>
              <a:t>マテリアルを選ぶ</a:t>
            </a:r>
            <a:endParaRPr lang="en-US" sz="1600" dirty="0"/>
          </a:p>
        </p:txBody>
      </p:sp>
      <p:sp>
        <p:nvSpPr>
          <p:cNvPr id="8" name="Text 6"/>
          <p:cNvSpPr/>
          <p:nvPr/>
        </p:nvSpPr>
        <p:spPr>
          <a:xfrm>
            <a:off x="4572000" y="1764792"/>
            <a:ext cx="3657600" cy="45720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質感に合うものを（Standard 推奨）</a:t>
            </a:r>
            <a:endParaRPr lang="en-US" sz="1200" dirty="0"/>
          </a:p>
        </p:txBody>
      </p:sp>
      <p:sp>
        <p:nvSpPr>
          <p:cNvPr id="9" name="Shape 7"/>
          <p:cNvSpPr/>
          <p:nvPr/>
        </p:nvSpPr>
        <p:spPr>
          <a:xfrm>
            <a:off x="731520" y="2423160"/>
            <a:ext cx="7680960" cy="594360"/>
          </a:xfrm>
          <a:prstGeom prst="roundRect">
            <a:avLst>
              <a:gd name="adj" fmla="val 9231"/>
            </a:avLst>
          </a:prstGeom>
          <a:solidFill>
            <a:srgbClr val="1E293B"/>
          </a:solidFill>
          <a:ln/>
        </p:spPr>
        <p:txBody>
          <a:bodyPr/>
          <a:lstStyle/>
          <a:p>
            <a:endParaRPr lang="ja-JP" altLang="en-US"/>
          </a:p>
        </p:txBody>
      </p:sp>
      <p:sp>
        <p:nvSpPr>
          <p:cNvPr id="10" name="Shape 8"/>
          <p:cNvSpPr/>
          <p:nvPr/>
        </p:nvSpPr>
        <p:spPr>
          <a:xfrm>
            <a:off x="960120" y="2514600"/>
            <a:ext cx="411480" cy="411480"/>
          </a:xfrm>
          <a:prstGeom prst="ellipse">
            <a:avLst/>
          </a:prstGeom>
          <a:solidFill>
            <a:srgbClr val="22D3EE">
              <a:alpha val="20000"/>
            </a:srgbClr>
          </a:solidFill>
          <a:ln/>
        </p:spPr>
        <p:txBody>
          <a:bodyPr/>
          <a:lstStyle/>
          <a:p>
            <a:endParaRPr lang="ja-JP" altLang="en-US"/>
          </a:p>
        </p:txBody>
      </p:sp>
      <p:sp>
        <p:nvSpPr>
          <p:cNvPr id="11" name="Text 9"/>
          <p:cNvSpPr/>
          <p:nvPr/>
        </p:nvSpPr>
        <p:spPr>
          <a:xfrm>
            <a:off x="960120" y="2514600"/>
            <a:ext cx="411480" cy="411480"/>
          </a:xfrm>
          <a:prstGeom prst="rect">
            <a:avLst/>
          </a:prstGeom>
          <a:noFill/>
          <a:ln/>
        </p:spPr>
        <p:txBody>
          <a:bodyPr wrap="square" lIns="0" tIns="0" rIns="0" bIns="0" rtlCol="0" anchor="ctr"/>
          <a:lstStyle/>
          <a:p>
            <a:pPr marL="0" indent="0" algn="ctr">
              <a:buNone/>
            </a:pPr>
            <a:r>
              <a:rPr lang="en-US" sz="1600" b="1" dirty="0">
                <a:solidFill>
                  <a:srgbClr val="22D3EE"/>
                </a:solidFill>
                <a:latin typeface="Trebuchet MS" pitchFamily="34" charset="0"/>
                <a:ea typeface="Trebuchet MS" pitchFamily="34" charset="-122"/>
                <a:cs typeface="Trebuchet MS" pitchFamily="34" charset="-120"/>
              </a:rPr>
              <a:t>2</a:t>
            </a:r>
            <a:endParaRPr lang="en-US" sz="1600" dirty="0"/>
          </a:p>
        </p:txBody>
      </p:sp>
      <p:sp>
        <p:nvSpPr>
          <p:cNvPr id="12" name="Text 10"/>
          <p:cNvSpPr/>
          <p:nvPr/>
        </p:nvSpPr>
        <p:spPr>
          <a:xfrm>
            <a:off x="1600200" y="2496312"/>
            <a:ext cx="2926080" cy="457200"/>
          </a:xfrm>
          <a:prstGeom prst="rect">
            <a:avLst/>
          </a:prstGeom>
          <a:noFill/>
          <a:ln/>
        </p:spPr>
        <p:txBody>
          <a:bodyPr wrap="square" lIns="0" tIns="0" rIns="0" bIns="0" rtlCol="0" anchor="ctr"/>
          <a:lstStyle/>
          <a:p>
            <a:pPr marL="0" indent="0">
              <a:buNone/>
            </a:pPr>
            <a:r>
              <a:rPr lang="en-US" sz="1600" b="1">
                <a:solidFill>
                  <a:srgbClr val="F8FAFC"/>
                </a:solidFill>
                <a:latin typeface="Trebuchet MS" pitchFamily="34" charset="0"/>
                <a:ea typeface="Trebuchet MS" pitchFamily="34" charset="-122"/>
                <a:cs typeface="Trebuchet MS" pitchFamily="34" charset="-120"/>
              </a:rPr>
              <a:t>ライトを追加</a:t>
            </a:r>
            <a:endParaRPr lang="en-US" sz="1600" dirty="0"/>
          </a:p>
        </p:txBody>
      </p:sp>
      <p:sp>
        <p:nvSpPr>
          <p:cNvPr id="13" name="Text 11"/>
          <p:cNvSpPr/>
          <p:nvPr/>
        </p:nvSpPr>
        <p:spPr>
          <a:xfrm>
            <a:off x="4572000" y="2496312"/>
            <a:ext cx="3657600" cy="45720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DirectionalLight を scene.add</a:t>
            </a:r>
            <a:endParaRPr lang="en-US" sz="1200" dirty="0"/>
          </a:p>
        </p:txBody>
      </p:sp>
      <p:sp>
        <p:nvSpPr>
          <p:cNvPr id="14" name="Shape 12"/>
          <p:cNvSpPr/>
          <p:nvPr/>
        </p:nvSpPr>
        <p:spPr>
          <a:xfrm>
            <a:off x="731520" y="3154680"/>
            <a:ext cx="7680960" cy="594360"/>
          </a:xfrm>
          <a:prstGeom prst="roundRect">
            <a:avLst>
              <a:gd name="adj" fmla="val 9231"/>
            </a:avLst>
          </a:prstGeom>
          <a:solidFill>
            <a:srgbClr val="1E293B"/>
          </a:solidFill>
          <a:ln/>
        </p:spPr>
        <p:txBody>
          <a:bodyPr/>
          <a:lstStyle/>
          <a:p>
            <a:endParaRPr lang="ja-JP" altLang="en-US"/>
          </a:p>
        </p:txBody>
      </p:sp>
      <p:sp>
        <p:nvSpPr>
          <p:cNvPr id="15" name="Shape 13"/>
          <p:cNvSpPr/>
          <p:nvPr/>
        </p:nvSpPr>
        <p:spPr>
          <a:xfrm>
            <a:off x="960120" y="3246120"/>
            <a:ext cx="411480" cy="411480"/>
          </a:xfrm>
          <a:prstGeom prst="ellipse">
            <a:avLst/>
          </a:prstGeom>
          <a:solidFill>
            <a:srgbClr val="22D3EE">
              <a:alpha val="20000"/>
            </a:srgbClr>
          </a:solidFill>
          <a:ln/>
        </p:spPr>
        <p:txBody>
          <a:bodyPr/>
          <a:lstStyle/>
          <a:p>
            <a:endParaRPr lang="ja-JP" altLang="en-US"/>
          </a:p>
        </p:txBody>
      </p:sp>
      <p:sp>
        <p:nvSpPr>
          <p:cNvPr id="16" name="Text 14"/>
          <p:cNvSpPr/>
          <p:nvPr/>
        </p:nvSpPr>
        <p:spPr>
          <a:xfrm>
            <a:off x="960120" y="3246120"/>
            <a:ext cx="411480" cy="411480"/>
          </a:xfrm>
          <a:prstGeom prst="rect">
            <a:avLst/>
          </a:prstGeom>
          <a:noFill/>
          <a:ln/>
        </p:spPr>
        <p:txBody>
          <a:bodyPr wrap="square" lIns="0" tIns="0" rIns="0" bIns="0" rtlCol="0" anchor="ctr"/>
          <a:lstStyle/>
          <a:p>
            <a:pPr marL="0" indent="0" algn="ctr">
              <a:buNone/>
            </a:pPr>
            <a:r>
              <a:rPr lang="en-US" sz="1600" b="1" dirty="0">
                <a:solidFill>
                  <a:srgbClr val="22D3EE"/>
                </a:solidFill>
                <a:latin typeface="Trebuchet MS" pitchFamily="34" charset="0"/>
                <a:ea typeface="Trebuchet MS" pitchFamily="34" charset="-122"/>
                <a:cs typeface="Trebuchet MS" pitchFamily="34" charset="-120"/>
              </a:rPr>
              <a:t>3</a:t>
            </a:r>
            <a:endParaRPr lang="en-US" sz="1600" dirty="0"/>
          </a:p>
        </p:txBody>
      </p:sp>
      <p:sp>
        <p:nvSpPr>
          <p:cNvPr id="17" name="Text 15"/>
          <p:cNvSpPr/>
          <p:nvPr/>
        </p:nvSpPr>
        <p:spPr>
          <a:xfrm>
            <a:off x="1600200" y="3227832"/>
            <a:ext cx="2926080" cy="457200"/>
          </a:xfrm>
          <a:prstGeom prst="rect">
            <a:avLst/>
          </a:prstGeom>
          <a:noFill/>
          <a:ln/>
        </p:spPr>
        <p:txBody>
          <a:bodyPr wrap="square" lIns="0" tIns="0" rIns="0" bIns="0" rtlCol="0" anchor="ctr"/>
          <a:lstStyle/>
          <a:p>
            <a:pPr marL="0" indent="0">
              <a:buNone/>
            </a:pPr>
            <a:r>
              <a:rPr lang="en-US" sz="1600" b="1">
                <a:solidFill>
                  <a:srgbClr val="F8FAFC"/>
                </a:solidFill>
                <a:latin typeface="Trebuchet MS" pitchFamily="34" charset="0"/>
                <a:ea typeface="Trebuchet MS" pitchFamily="34" charset="-122"/>
                <a:cs typeface="Trebuchet MS" pitchFamily="34" charset="-120"/>
              </a:rPr>
              <a:t>環境光を足す</a:t>
            </a:r>
            <a:endParaRPr lang="en-US" sz="1600" dirty="0"/>
          </a:p>
        </p:txBody>
      </p:sp>
      <p:sp>
        <p:nvSpPr>
          <p:cNvPr id="18" name="Text 16"/>
          <p:cNvSpPr/>
          <p:nvPr/>
        </p:nvSpPr>
        <p:spPr>
          <a:xfrm>
            <a:off x="4572000" y="3227832"/>
            <a:ext cx="3657600" cy="45720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AmbientLight で暗部を補う</a:t>
            </a:r>
            <a:endParaRPr lang="en-US" sz="1200" dirty="0"/>
          </a:p>
        </p:txBody>
      </p:sp>
      <p:sp>
        <p:nvSpPr>
          <p:cNvPr id="19" name="Shape 17"/>
          <p:cNvSpPr/>
          <p:nvPr/>
        </p:nvSpPr>
        <p:spPr>
          <a:xfrm>
            <a:off x="731520" y="3886200"/>
            <a:ext cx="7680960" cy="594360"/>
          </a:xfrm>
          <a:prstGeom prst="roundRect">
            <a:avLst>
              <a:gd name="adj" fmla="val 9231"/>
            </a:avLst>
          </a:prstGeom>
          <a:solidFill>
            <a:srgbClr val="1E293B"/>
          </a:solidFill>
          <a:ln/>
        </p:spPr>
        <p:txBody>
          <a:bodyPr/>
          <a:lstStyle/>
          <a:p>
            <a:endParaRPr lang="ja-JP" altLang="en-US"/>
          </a:p>
        </p:txBody>
      </p:sp>
      <p:sp>
        <p:nvSpPr>
          <p:cNvPr id="20" name="Shape 18"/>
          <p:cNvSpPr/>
          <p:nvPr/>
        </p:nvSpPr>
        <p:spPr>
          <a:xfrm>
            <a:off x="960120" y="3977640"/>
            <a:ext cx="411480" cy="411480"/>
          </a:xfrm>
          <a:prstGeom prst="ellipse">
            <a:avLst/>
          </a:prstGeom>
          <a:solidFill>
            <a:srgbClr val="22D3EE">
              <a:alpha val="20000"/>
            </a:srgbClr>
          </a:solidFill>
          <a:ln/>
        </p:spPr>
        <p:txBody>
          <a:bodyPr/>
          <a:lstStyle/>
          <a:p>
            <a:endParaRPr lang="ja-JP" altLang="en-US"/>
          </a:p>
        </p:txBody>
      </p:sp>
      <p:sp>
        <p:nvSpPr>
          <p:cNvPr id="21" name="Text 19"/>
          <p:cNvSpPr/>
          <p:nvPr/>
        </p:nvSpPr>
        <p:spPr>
          <a:xfrm>
            <a:off x="960120" y="3977640"/>
            <a:ext cx="411480" cy="411480"/>
          </a:xfrm>
          <a:prstGeom prst="rect">
            <a:avLst/>
          </a:prstGeom>
          <a:noFill/>
          <a:ln/>
        </p:spPr>
        <p:txBody>
          <a:bodyPr wrap="square" lIns="0" tIns="0" rIns="0" bIns="0" rtlCol="0" anchor="ctr"/>
          <a:lstStyle/>
          <a:p>
            <a:pPr marL="0" indent="0" algn="ctr">
              <a:buNone/>
            </a:pPr>
            <a:r>
              <a:rPr lang="en-US" sz="1600" b="1" dirty="0">
                <a:solidFill>
                  <a:srgbClr val="22D3EE"/>
                </a:solidFill>
                <a:latin typeface="Trebuchet MS" pitchFamily="34" charset="0"/>
                <a:ea typeface="Trebuchet MS" pitchFamily="34" charset="-122"/>
                <a:cs typeface="Trebuchet MS" pitchFamily="34" charset="-120"/>
              </a:rPr>
              <a:t>4</a:t>
            </a:r>
            <a:endParaRPr lang="en-US" sz="1600" dirty="0"/>
          </a:p>
        </p:txBody>
      </p:sp>
      <p:sp>
        <p:nvSpPr>
          <p:cNvPr id="22" name="Text 20"/>
          <p:cNvSpPr/>
          <p:nvPr/>
        </p:nvSpPr>
        <p:spPr>
          <a:xfrm>
            <a:off x="1600200" y="3959352"/>
            <a:ext cx="2926080" cy="457200"/>
          </a:xfrm>
          <a:prstGeom prst="rect">
            <a:avLst/>
          </a:prstGeom>
          <a:noFill/>
          <a:ln/>
        </p:spPr>
        <p:txBody>
          <a:bodyPr wrap="square" lIns="0" tIns="0" rIns="0" bIns="0" rtlCol="0" anchor="ctr"/>
          <a:lstStyle/>
          <a:p>
            <a:pPr marL="0" indent="0">
              <a:buNone/>
            </a:pPr>
            <a:r>
              <a:rPr lang="en-US" sz="1600" b="1">
                <a:solidFill>
                  <a:srgbClr val="F8FAFC"/>
                </a:solidFill>
                <a:latin typeface="Trebuchet MS" pitchFamily="34" charset="0"/>
                <a:ea typeface="Trebuchet MS" pitchFamily="34" charset="-122"/>
                <a:cs typeface="Trebuchet MS" pitchFamily="34" charset="-120"/>
              </a:rPr>
              <a:t>影を有効化</a:t>
            </a:r>
            <a:endParaRPr lang="en-US" sz="1600" dirty="0"/>
          </a:p>
        </p:txBody>
      </p:sp>
      <p:sp>
        <p:nvSpPr>
          <p:cNvPr id="23" name="Text 21"/>
          <p:cNvSpPr/>
          <p:nvPr/>
        </p:nvSpPr>
        <p:spPr>
          <a:xfrm>
            <a:off x="4572000" y="3959352"/>
            <a:ext cx="3657600" cy="45720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shadowMap と castShadow を設定</a:t>
            </a:r>
            <a:endParaRPr lang="en-US" sz="1200" dirty="0"/>
          </a:p>
        </p:txBody>
      </p:sp>
      <p:sp>
        <p:nvSpPr>
          <p:cNvPr id="24" name="Text 22"/>
          <p:cNvSpPr/>
          <p:nvPr/>
        </p:nvSpPr>
        <p:spPr>
          <a:xfrm>
            <a:off x="731520" y="4617720"/>
            <a:ext cx="7680960" cy="274320"/>
          </a:xfrm>
          <a:prstGeom prst="rect">
            <a:avLst/>
          </a:prstGeom>
          <a:noFill/>
          <a:ln/>
        </p:spPr>
        <p:txBody>
          <a:bodyPr wrap="square" lIns="0" tIns="0" rIns="0" bIns="0" rtlCol="0" anchor="ctr"/>
          <a:lstStyle/>
          <a:p>
            <a:pPr marL="0" indent="0">
              <a:buNone/>
            </a:pPr>
            <a:r>
              <a:rPr lang="en-US" sz="1100">
                <a:solidFill>
                  <a:srgbClr val="A3E635"/>
                </a:solidFill>
                <a:latin typeface="Calibri" pitchFamily="34" charset="0"/>
                <a:ea typeface="Calibri" pitchFamily="34" charset="-122"/>
                <a:cs typeface="Calibri" pitchFamily="34" charset="-120"/>
              </a:rPr>
              <a:t>ライト</a:t>
            </a:r>
            <a:r>
              <a:rPr lang="en-US" sz="1100" dirty="0">
                <a:solidFill>
                  <a:srgbClr val="A3E635"/>
                </a:solidFill>
                <a:latin typeface="Calibri" pitchFamily="34" charset="0"/>
                <a:ea typeface="Calibri" pitchFamily="34" charset="-122"/>
                <a:cs typeface="Calibri" pitchFamily="34" charset="-120"/>
              </a:rPr>
              <a:t>1</a:t>
            </a:r>
            <a:r>
              <a:rPr lang="en-US" sz="1100">
                <a:solidFill>
                  <a:srgbClr val="A3E635"/>
                </a:solidFill>
                <a:latin typeface="Calibri" pitchFamily="34" charset="0"/>
                <a:ea typeface="Calibri" pitchFamily="34" charset="-122"/>
                <a:cs typeface="Calibri" pitchFamily="34" charset="-120"/>
              </a:rPr>
              <a:t>つだと影が硬い</a:t>
            </a:r>
            <a:r>
              <a:rPr lang="en-US" sz="1100" dirty="0">
                <a:solidFill>
                  <a:srgbClr val="A3E635"/>
                </a:solidFill>
                <a:latin typeface="Calibri" pitchFamily="34" charset="0"/>
                <a:ea typeface="Calibri" pitchFamily="34" charset="-122"/>
                <a:cs typeface="Calibri" pitchFamily="34" charset="-120"/>
              </a:rPr>
              <a:t>。</a:t>
            </a:r>
            <a:r>
              <a:rPr lang="en-US" sz="1100">
                <a:solidFill>
                  <a:srgbClr val="A3E635"/>
                </a:solidFill>
                <a:latin typeface="Calibri" pitchFamily="34" charset="0"/>
                <a:ea typeface="Calibri" pitchFamily="34" charset="-122"/>
                <a:cs typeface="Calibri" pitchFamily="34" charset="-120"/>
              </a:rPr>
              <a:t>複数を組み合わせると自然になる</a:t>
            </a:r>
            <a:r>
              <a:rPr lang="en-US" sz="1100" dirty="0">
                <a:solidFill>
                  <a:srgbClr val="A3E635"/>
                </a:solidFill>
                <a:latin typeface="Calibri" pitchFamily="34" charset="0"/>
                <a:ea typeface="Calibri" pitchFamily="34" charset="-122"/>
                <a:cs typeface="Calibri" pitchFamily="34" charset="-120"/>
              </a:rPr>
              <a:t> →</a:t>
            </a:r>
            <a:endParaRPr lang="en-US" sz="1100" dirty="0"/>
          </a:p>
        </p:txBody>
      </p:sp>
      <p:sp>
        <p:nvSpPr>
          <p:cNvPr id="25" name="Text 23"/>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6" name="Text 24"/>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13 / 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a:solidFill>
                  <a:srgbClr val="22D3EE"/>
                </a:solidFill>
                <a:latin typeface="Calibri" pitchFamily="34" charset="0"/>
                <a:ea typeface="Calibri" pitchFamily="34" charset="-122"/>
                <a:cs typeface="Calibri" pitchFamily="34" charset="-120"/>
              </a:rPr>
              <a:t>TECHNIQUE</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3点照明で立体感を出す</a:t>
            </a:r>
            <a:endParaRPr lang="en-US" sz="3200" dirty="0"/>
          </a:p>
        </p:txBody>
      </p:sp>
      <p:sp>
        <p:nvSpPr>
          <p:cNvPr id="4" name="Text 2"/>
          <p:cNvSpPr/>
          <p:nvPr/>
        </p:nvSpPr>
        <p:spPr>
          <a:xfrm>
            <a:off x="731520" y="1463040"/>
            <a:ext cx="7680960" cy="365760"/>
          </a:xfrm>
          <a:prstGeom prst="rect">
            <a:avLst/>
          </a:prstGeom>
          <a:noFill/>
          <a:ln/>
        </p:spPr>
        <p:txBody>
          <a:bodyPr wrap="square" lIns="0" tIns="0" rIns="0" bIns="0" rtlCol="0" anchor="ctr"/>
          <a:lstStyle/>
          <a:p>
            <a:pPr marL="0" indent="0">
              <a:buNone/>
            </a:pPr>
            <a:r>
              <a:rPr lang="en-US" sz="1500">
                <a:solidFill>
                  <a:srgbClr val="94A3B8"/>
                </a:solidFill>
                <a:latin typeface="Calibri" pitchFamily="34" charset="0"/>
                <a:ea typeface="Calibri" pitchFamily="34" charset="-122"/>
                <a:cs typeface="Calibri" pitchFamily="34" charset="-120"/>
              </a:rPr>
              <a:t>3方向から照らして陰影を豊かにする</a:t>
            </a:r>
            <a:r>
              <a:rPr lang="en-US" sz="1500" dirty="0">
                <a:solidFill>
                  <a:srgbClr val="94A3B8"/>
                </a:solidFill>
                <a:latin typeface="Calibri" pitchFamily="34" charset="0"/>
                <a:ea typeface="Calibri" pitchFamily="34" charset="-122"/>
                <a:cs typeface="Calibri" pitchFamily="34" charset="-120"/>
              </a:rPr>
              <a:t>、</a:t>
            </a:r>
            <a:r>
              <a:rPr lang="en-US" sz="1500">
                <a:solidFill>
                  <a:srgbClr val="94A3B8"/>
                </a:solidFill>
                <a:latin typeface="Calibri" pitchFamily="34" charset="0"/>
                <a:ea typeface="Calibri" pitchFamily="34" charset="-122"/>
                <a:cs typeface="Calibri" pitchFamily="34" charset="-120"/>
              </a:rPr>
              <a:t>定番のライティング手法</a:t>
            </a:r>
            <a:endParaRPr lang="en-US" sz="1500" dirty="0"/>
          </a:p>
        </p:txBody>
      </p:sp>
      <p:sp>
        <p:nvSpPr>
          <p:cNvPr id="5" name="Shape 3"/>
          <p:cNvSpPr/>
          <p:nvPr/>
        </p:nvSpPr>
        <p:spPr>
          <a:xfrm>
            <a:off x="731520" y="1965960"/>
            <a:ext cx="7680960" cy="1691640"/>
          </a:xfrm>
          <a:prstGeom prst="roundRect">
            <a:avLst>
              <a:gd name="adj" fmla="val 3243"/>
            </a:avLst>
          </a:prstGeom>
          <a:solidFill>
            <a:srgbClr val="1A1A2E"/>
          </a:solidFill>
          <a:ln/>
        </p:spPr>
        <p:txBody>
          <a:bodyPr/>
          <a:lstStyle/>
          <a:p>
            <a:endParaRPr lang="ja-JP" altLang="en-US"/>
          </a:p>
        </p:txBody>
      </p:sp>
      <p:sp>
        <p:nvSpPr>
          <p:cNvPr id="6" name="Text 4"/>
          <p:cNvSpPr/>
          <p:nvPr/>
        </p:nvSpPr>
        <p:spPr>
          <a:xfrm>
            <a:off x="1005840" y="2103120"/>
            <a:ext cx="7132320" cy="1417320"/>
          </a:xfrm>
          <a:prstGeom prst="rect">
            <a:avLst/>
          </a:prstGeom>
          <a:noFill/>
          <a:ln/>
        </p:spPr>
        <p:txBody>
          <a:bodyPr wrap="square" lIns="0" tIns="0" rIns="0" bIns="0" rtlCol="0" anchor="t"/>
          <a:lstStyle/>
          <a:p>
            <a:pPr marL="0" indent="0">
              <a:lnSpc>
                <a:spcPct val="115000"/>
              </a:lnSpc>
              <a:buNone/>
            </a:pPr>
            <a:r>
              <a:rPr lang="en-US" sz="1200">
                <a:solidFill>
                  <a:srgbClr val="F8FAFC"/>
                </a:solidFill>
                <a:latin typeface="Consolas" pitchFamily="34" charset="0"/>
                <a:ea typeface="Consolas" pitchFamily="34" charset="-122"/>
                <a:cs typeface="Consolas" pitchFamily="34" charset="-120"/>
              </a:rPr>
              <a:t>const key = new THREE.DirectionalLight(0xffffff, 1.0);</a:t>
            </a:r>
            <a:endParaRPr lang="en-US" sz="1200" dirty="0"/>
          </a:p>
          <a:p>
            <a:pPr marL="0" indent="0">
              <a:lnSpc>
                <a:spcPct val="115000"/>
              </a:lnSpc>
              <a:buNone/>
            </a:pPr>
            <a:r>
              <a:rPr lang="en-US" sz="1200">
                <a:solidFill>
                  <a:srgbClr val="94A3B8"/>
                </a:solidFill>
                <a:latin typeface="Consolas" pitchFamily="34" charset="0"/>
                <a:ea typeface="Consolas" pitchFamily="34" charset="-122"/>
                <a:cs typeface="Consolas" pitchFamily="34" charset="-120"/>
              </a:rPr>
              <a:t>key.position.set(5, 5, 5);          // キーライト（主光源）</a:t>
            </a:r>
            <a:endParaRPr lang="en-US" sz="1200"/>
          </a:p>
          <a:p>
            <a:pPr marL="0" indent="0">
              <a:lnSpc>
                <a:spcPct val="115000"/>
              </a:lnSpc>
              <a:buNone/>
            </a:pPr>
            <a:r>
              <a:rPr lang="en-US" sz="1200">
                <a:solidFill>
                  <a:srgbClr val="A3E635"/>
                </a:solidFill>
                <a:latin typeface="Consolas" pitchFamily="34" charset="0"/>
                <a:ea typeface="Consolas" pitchFamily="34" charset="-122"/>
                <a:cs typeface="Consolas" pitchFamily="34" charset="-120"/>
              </a:rPr>
              <a:t>const fill = new THREE.DirectionalLight(0xffffff, 0.4);</a:t>
            </a:r>
            <a:endParaRPr lang="en-US" sz="1200" dirty="0"/>
          </a:p>
          <a:p>
            <a:pPr marL="0" indent="0">
              <a:lnSpc>
                <a:spcPct val="115000"/>
              </a:lnSpc>
              <a:buNone/>
            </a:pPr>
            <a:r>
              <a:rPr lang="en-US" sz="1200">
                <a:solidFill>
                  <a:srgbClr val="A3E635"/>
                </a:solidFill>
                <a:latin typeface="Consolas" pitchFamily="34" charset="0"/>
                <a:ea typeface="Consolas" pitchFamily="34" charset="-122"/>
                <a:cs typeface="Consolas" pitchFamily="34" charset="-120"/>
              </a:rPr>
              <a:t>fill</a:t>
            </a:r>
            <a:r>
              <a:rPr lang="en-US" sz="1200" dirty="0">
                <a:solidFill>
                  <a:srgbClr val="A3E635"/>
                </a:solidFill>
                <a:latin typeface="Consolas" pitchFamily="34" charset="0"/>
                <a:ea typeface="Consolas" pitchFamily="34" charset="-122"/>
                <a:cs typeface="Consolas" pitchFamily="34" charset="-120"/>
              </a:rPr>
              <a:t>.</a:t>
            </a:r>
            <a:r>
              <a:rPr lang="en-US" sz="1200">
                <a:solidFill>
                  <a:srgbClr val="A3E635"/>
                </a:solidFill>
                <a:latin typeface="Consolas" pitchFamily="34" charset="0"/>
                <a:ea typeface="Consolas" pitchFamily="34" charset="-122"/>
                <a:cs typeface="Consolas" pitchFamily="34" charset="-120"/>
              </a:rPr>
              <a:t>position</a:t>
            </a:r>
            <a:r>
              <a:rPr lang="en-US" sz="1200" dirty="0">
                <a:solidFill>
                  <a:srgbClr val="A3E635"/>
                </a:solidFill>
                <a:latin typeface="Consolas" pitchFamily="34" charset="0"/>
                <a:ea typeface="Consolas" pitchFamily="34" charset="-122"/>
                <a:cs typeface="Consolas" pitchFamily="34" charset="-120"/>
              </a:rPr>
              <a:t>.</a:t>
            </a:r>
            <a:r>
              <a:rPr lang="en-US" sz="1200">
                <a:solidFill>
                  <a:srgbClr val="A3E635"/>
                </a:solidFill>
                <a:latin typeface="Consolas" pitchFamily="34" charset="0"/>
                <a:ea typeface="Consolas" pitchFamily="34" charset="-122"/>
                <a:cs typeface="Consolas" pitchFamily="34" charset="-120"/>
              </a:rPr>
              <a:t>set(-5, 0, 5);        </a:t>
            </a:r>
            <a:r>
              <a:rPr lang="en-US" sz="1200" dirty="0">
                <a:solidFill>
                  <a:srgbClr val="A3E635"/>
                </a:solidFill>
                <a:latin typeface="Consolas" pitchFamily="34" charset="0"/>
                <a:ea typeface="Consolas" pitchFamily="34" charset="-122"/>
                <a:cs typeface="Consolas" pitchFamily="34" charset="-120"/>
              </a:rPr>
              <a:t>// </a:t>
            </a:r>
            <a:r>
              <a:rPr lang="en-US" sz="1200">
                <a:solidFill>
                  <a:srgbClr val="A3E635"/>
                </a:solidFill>
                <a:latin typeface="Consolas" pitchFamily="34" charset="0"/>
                <a:ea typeface="Consolas" pitchFamily="34" charset="-122"/>
                <a:cs typeface="Consolas" pitchFamily="34" charset="-120"/>
              </a:rPr>
              <a:t>フィルライト（補助光）</a:t>
            </a:r>
            <a:endParaRPr lang="en-US" sz="1200" dirty="0"/>
          </a:p>
          <a:p>
            <a:pPr marL="0" indent="0">
              <a:lnSpc>
                <a:spcPct val="115000"/>
              </a:lnSpc>
              <a:buNone/>
            </a:pPr>
            <a:r>
              <a:rPr lang="en-US" sz="1200">
                <a:solidFill>
                  <a:srgbClr val="EC4899"/>
                </a:solidFill>
                <a:latin typeface="Consolas" pitchFamily="34" charset="0"/>
                <a:ea typeface="Consolas" pitchFamily="34" charset="-122"/>
                <a:cs typeface="Consolas" pitchFamily="34" charset="-120"/>
              </a:rPr>
              <a:t>const back = new THREE</a:t>
            </a:r>
            <a:r>
              <a:rPr lang="en-US" sz="1200" dirty="0">
                <a:solidFill>
                  <a:srgbClr val="EC4899"/>
                </a:solidFill>
                <a:latin typeface="Consolas" pitchFamily="34" charset="0"/>
                <a:ea typeface="Consolas" pitchFamily="34" charset="-122"/>
                <a:cs typeface="Consolas" pitchFamily="34" charset="-120"/>
              </a:rPr>
              <a:t>.</a:t>
            </a:r>
            <a:r>
              <a:rPr lang="en-US" sz="1200">
                <a:solidFill>
                  <a:srgbClr val="EC4899"/>
                </a:solidFill>
                <a:latin typeface="Consolas" pitchFamily="34" charset="0"/>
                <a:ea typeface="Consolas" pitchFamily="34" charset="-122"/>
                <a:cs typeface="Consolas" pitchFamily="34" charset="-120"/>
              </a:rPr>
              <a:t>DirectionalLight</a:t>
            </a:r>
            <a:r>
              <a:rPr lang="en-US" sz="1200" dirty="0">
                <a:solidFill>
                  <a:srgbClr val="EC4899"/>
                </a:solidFill>
                <a:latin typeface="Consolas" pitchFamily="34" charset="0"/>
                <a:ea typeface="Consolas" pitchFamily="34" charset="-122"/>
                <a:cs typeface="Consolas" pitchFamily="34" charset="-120"/>
              </a:rPr>
              <a:t>(</a:t>
            </a:r>
            <a:r>
              <a:rPr lang="en-US" sz="1200">
                <a:solidFill>
                  <a:srgbClr val="EC4899"/>
                </a:solidFill>
                <a:latin typeface="Consolas" pitchFamily="34" charset="0"/>
                <a:ea typeface="Consolas" pitchFamily="34" charset="-122"/>
                <a:cs typeface="Consolas" pitchFamily="34" charset="-120"/>
              </a:rPr>
              <a:t>0xffffff</a:t>
            </a:r>
            <a:r>
              <a:rPr lang="en-US" sz="1200" dirty="0">
                <a:solidFill>
                  <a:srgbClr val="EC4899"/>
                </a:solidFill>
                <a:latin typeface="Consolas" pitchFamily="34" charset="0"/>
                <a:ea typeface="Consolas" pitchFamily="34" charset="-122"/>
                <a:cs typeface="Consolas" pitchFamily="34" charset="-120"/>
              </a:rPr>
              <a:t>, </a:t>
            </a:r>
            <a:r>
              <a:rPr lang="en-US" sz="1200">
                <a:solidFill>
                  <a:srgbClr val="EC4899"/>
                </a:solidFill>
                <a:latin typeface="Consolas" pitchFamily="34" charset="0"/>
                <a:ea typeface="Consolas" pitchFamily="34" charset="-122"/>
                <a:cs typeface="Consolas" pitchFamily="34" charset="-120"/>
              </a:rPr>
              <a:t>0.6</a:t>
            </a:r>
            <a:r>
              <a:rPr lang="en-US" sz="1200" dirty="0">
                <a:solidFill>
                  <a:srgbClr val="EC4899"/>
                </a:solidFill>
                <a:latin typeface="Consolas" pitchFamily="34" charset="0"/>
                <a:ea typeface="Consolas" pitchFamily="34" charset="-122"/>
                <a:cs typeface="Consolas" pitchFamily="34" charset="-120"/>
              </a:rPr>
              <a:t>);</a:t>
            </a:r>
            <a:endParaRPr lang="en-US" sz="1200" dirty="0"/>
          </a:p>
          <a:p>
            <a:pPr marL="0" indent="0">
              <a:lnSpc>
                <a:spcPct val="115000"/>
              </a:lnSpc>
              <a:buNone/>
            </a:pPr>
            <a:r>
              <a:rPr lang="en-US" sz="1200">
                <a:solidFill>
                  <a:srgbClr val="F8FAFC"/>
                </a:solidFill>
                <a:latin typeface="Consolas" pitchFamily="34" charset="0"/>
                <a:ea typeface="Consolas" pitchFamily="34" charset="-122"/>
                <a:cs typeface="Consolas" pitchFamily="34" charset="-120"/>
              </a:rPr>
              <a:t>back.position.set(0, 5, -5);        </a:t>
            </a:r>
            <a:r>
              <a:rPr lang="en-US" sz="1200" dirty="0">
                <a:solidFill>
                  <a:srgbClr val="F8FAFC"/>
                </a:solidFill>
                <a:latin typeface="Consolas" pitchFamily="34" charset="0"/>
                <a:ea typeface="Consolas" pitchFamily="34" charset="-122"/>
                <a:cs typeface="Consolas" pitchFamily="34" charset="-120"/>
              </a:rPr>
              <a:t>// </a:t>
            </a:r>
            <a:r>
              <a:rPr lang="en-US" sz="1200">
                <a:solidFill>
                  <a:srgbClr val="F8FAFC"/>
                </a:solidFill>
                <a:latin typeface="Consolas" pitchFamily="34" charset="0"/>
                <a:ea typeface="Consolas" pitchFamily="34" charset="-122"/>
                <a:cs typeface="Consolas" pitchFamily="34" charset="-120"/>
              </a:rPr>
              <a:t>バックライト（輪郭光）</a:t>
            </a:r>
            <a:endParaRPr lang="en-US" sz="1200"/>
          </a:p>
          <a:p>
            <a:pPr marL="0" indent="0">
              <a:lnSpc>
                <a:spcPct val="115000"/>
              </a:lnSpc>
              <a:buNone/>
            </a:pPr>
            <a:r>
              <a:rPr lang="en-US" sz="1200">
                <a:solidFill>
                  <a:srgbClr val="F8FAFC"/>
                </a:solidFill>
                <a:latin typeface="Consolas" pitchFamily="34" charset="0"/>
                <a:ea typeface="Consolas" pitchFamily="34" charset="-122"/>
                <a:cs typeface="Consolas" pitchFamily="34" charset="-120"/>
              </a:rPr>
              <a:t>scene.add(key, fill, back);</a:t>
            </a:r>
            <a:endParaRPr lang="en-US" sz="1200" dirty="0"/>
          </a:p>
        </p:txBody>
      </p:sp>
      <p:pic>
        <p:nvPicPr>
          <p:cNvPr id="7" name="Image 0" descr="preencoded.png"/>
          <p:cNvPicPr>
            <a:picLocks noChangeAspect="1"/>
          </p:cNvPicPr>
          <p:nvPr/>
        </p:nvPicPr>
        <p:blipFill>
          <a:blip r:embed="rId3"/>
          <a:stretch>
            <a:fillRect/>
          </a:stretch>
        </p:blipFill>
        <p:spPr>
          <a:xfrm>
            <a:off x="731520" y="3904488"/>
            <a:ext cx="182880" cy="182880"/>
          </a:xfrm>
          <a:prstGeom prst="rect">
            <a:avLst/>
          </a:prstGeom>
        </p:spPr>
      </p:pic>
      <p:sp>
        <p:nvSpPr>
          <p:cNvPr id="8" name="Text 5"/>
          <p:cNvSpPr/>
          <p:nvPr/>
        </p:nvSpPr>
        <p:spPr>
          <a:xfrm>
            <a:off x="1005840" y="3886200"/>
            <a:ext cx="1188720" cy="274320"/>
          </a:xfrm>
          <a:prstGeom prst="rect">
            <a:avLst/>
          </a:prstGeom>
          <a:noFill/>
          <a:ln/>
        </p:spPr>
        <p:txBody>
          <a:bodyPr wrap="square" lIns="0" tIns="0" rIns="0" bIns="0" rtlCol="0" anchor="ctr"/>
          <a:lstStyle/>
          <a:p>
            <a:pPr marL="0" indent="0">
              <a:buNone/>
            </a:pPr>
            <a:r>
              <a:rPr lang="en-US" sz="1200" b="1">
                <a:solidFill>
                  <a:srgbClr val="22D3EE"/>
                </a:solidFill>
                <a:latin typeface="Trebuchet MS" pitchFamily="34" charset="0"/>
                <a:ea typeface="Trebuchet MS" pitchFamily="34" charset="-122"/>
                <a:cs typeface="Trebuchet MS" pitchFamily="34" charset="-120"/>
              </a:rPr>
              <a:t>立体感</a:t>
            </a:r>
            <a:endParaRPr lang="en-US" sz="1200" dirty="0"/>
          </a:p>
        </p:txBody>
      </p:sp>
      <p:sp>
        <p:nvSpPr>
          <p:cNvPr id="9" name="Text 6"/>
          <p:cNvSpPr/>
          <p:nvPr/>
        </p:nvSpPr>
        <p:spPr>
          <a:xfrm>
            <a:off x="2103120" y="3886200"/>
            <a:ext cx="612648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3方向から照らすと陰影が豊かになる</a:t>
            </a:r>
            <a:endParaRPr lang="en-US" sz="1200" dirty="0"/>
          </a:p>
        </p:txBody>
      </p:sp>
      <p:pic>
        <p:nvPicPr>
          <p:cNvPr id="10" name="Image 1" descr="preencoded.png"/>
          <p:cNvPicPr>
            <a:picLocks noChangeAspect="1"/>
          </p:cNvPicPr>
          <p:nvPr/>
        </p:nvPicPr>
        <p:blipFill>
          <a:blip r:embed="rId3"/>
          <a:stretch>
            <a:fillRect/>
          </a:stretch>
        </p:blipFill>
        <p:spPr>
          <a:xfrm>
            <a:off x="731520" y="4288536"/>
            <a:ext cx="182880" cy="182880"/>
          </a:xfrm>
          <a:prstGeom prst="rect">
            <a:avLst/>
          </a:prstGeom>
        </p:spPr>
      </p:pic>
      <p:sp>
        <p:nvSpPr>
          <p:cNvPr id="11" name="Text 7"/>
          <p:cNvSpPr/>
          <p:nvPr/>
        </p:nvSpPr>
        <p:spPr>
          <a:xfrm>
            <a:off x="1005840" y="4270248"/>
            <a:ext cx="1188720" cy="274320"/>
          </a:xfrm>
          <a:prstGeom prst="rect">
            <a:avLst/>
          </a:prstGeom>
          <a:noFill/>
          <a:ln/>
        </p:spPr>
        <p:txBody>
          <a:bodyPr wrap="square" lIns="0" tIns="0" rIns="0" bIns="0" rtlCol="0" anchor="ctr"/>
          <a:lstStyle/>
          <a:p>
            <a:pPr marL="0" indent="0">
              <a:buNone/>
            </a:pPr>
            <a:r>
              <a:rPr lang="en-US" sz="1200" b="1">
                <a:solidFill>
                  <a:srgbClr val="22D3EE"/>
                </a:solidFill>
                <a:latin typeface="Trebuchet MS" pitchFamily="34" charset="0"/>
                <a:ea typeface="Trebuchet MS" pitchFamily="34" charset="-122"/>
                <a:cs typeface="Trebuchet MS" pitchFamily="34" charset="-120"/>
              </a:rPr>
              <a:t>定番手法</a:t>
            </a:r>
            <a:endParaRPr lang="en-US" sz="1200" dirty="0"/>
          </a:p>
        </p:txBody>
      </p:sp>
      <p:sp>
        <p:nvSpPr>
          <p:cNvPr id="12" name="Text 8"/>
          <p:cNvSpPr/>
          <p:nvPr/>
        </p:nvSpPr>
        <p:spPr>
          <a:xfrm>
            <a:off x="2103120" y="4270248"/>
            <a:ext cx="6126480" cy="27432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写真・映像でも使われる基本構図</a:t>
            </a:r>
            <a:endParaRPr lang="en-US" sz="1200" dirty="0"/>
          </a:p>
        </p:txBody>
      </p:sp>
      <p:sp>
        <p:nvSpPr>
          <p:cNvPr id="13" name="Text 9"/>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14" name="Text 10"/>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14 / 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a:solidFill>
                  <a:srgbClr val="22D3EE"/>
                </a:solidFill>
                <a:latin typeface="Calibri" pitchFamily="34" charset="0"/>
                <a:ea typeface="Calibri" pitchFamily="34" charset="-122"/>
                <a:cs typeface="Calibri" pitchFamily="34" charset="-120"/>
              </a:rPr>
              <a:t>SHADOW</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a:solidFill>
                  <a:srgbClr val="F8FAFC"/>
                </a:solidFill>
                <a:latin typeface="Trebuchet MS" pitchFamily="34" charset="0"/>
                <a:ea typeface="Trebuchet MS" pitchFamily="34" charset="-122"/>
                <a:cs typeface="Trebuchet MS" pitchFamily="34" charset="-120"/>
              </a:rPr>
              <a:t>影をきれいに出す</a:t>
            </a:r>
            <a:endParaRPr lang="en-US" sz="3200" dirty="0"/>
          </a:p>
        </p:txBody>
      </p:sp>
      <p:sp>
        <p:nvSpPr>
          <p:cNvPr id="4" name="Text 2"/>
          <p:cNvSpPr/>
          <p:nvPr/>
        </p:nvSpPr>
        <p:spPr>
          <a:xfrm>
            <a:off x="731520" y="1463040"/>
            <a:ext cx="7680960" cy="365760"/>
          </a:xfrm>
          <a:prstGeom prst="rect">
            <a:avLst/>
          </a:prstGeom>
          <a:noFill/>
          <a:ln/>
        </p:spPr>
        <p:txBody>
          <a:bodyPr wrap="square" lIns="0" tIns="0" rIns="0" bIns="0" rtlCol="0" anchor="ctr"/>
          <a:lstStyle/>
          <a:p>
            <a:pPr marL="0" indent="0">
              <a:buNone/>
            </a:pPr>
            <a:r>
              <a:rPr lang="en-US" sz="1500">
                <a:solidFill>
                  <a:srgbClr val="94A3B8"/>
                </a:solidFill>
                <a:latin typeface="Calibri" pitchFamily="34" charset="0"/>
                <a:ea typeface="Calibri" pitchFamily="34" charset="-122"/>
                <a:cs typeface="Calibri" pitchFamily="34" charset="-120"/>
              </a:rPr>
              <a:t>影を有効化し</a:t>
            </a:r>
            <a:r>
              <a:rPr lang="en-US" sz="1500" dirty="0">
                <a:solidFill>
                  <a:srgbClr val="94A3B8"/>
                </a:solidFill>
                <a:latin typeface="Calibri" pitchFamily="34" charset="0"/>
                <a:ea typeface="Calibri" pitchFamily="34" charset="-122"/>
                <a:cs typeface="Calibri" pitchFamily="34" charset="-120"/>
              </a:rPr>
              <a:t>、</a:t>
            </a:r>
            <a:r>
              <a:rPr lang="en-US" sz="1500">
                <a:solidFill>
                  <a:srgbClr val="94A3B8"/>
                </a:solidFill>
                <a:latin typeface="Calibri" pitchFamily="34" charset="0"/>
                <a:ea typeface="Calibri" pitchFamily="34" charset="-122"/>
                <a:cs typeface="Calibri" pitchFamily="34" charset="-120"/>
              </a:rPr>
              <a:t>解像度を上げて輪郭をなめらかにする</a:t>
            </a:r>
            <a:endParaRPr lang="en-US" sz="1500" dirty="0"/>
          </a:p>
        </p:txBody>
      </p:sp>
      <p:sp>
        <p:nvSpPr>
          <p:cNvPr id="5" name="Shape 3"/>
          <p:cNvSpPr/>
          <p:nvPr/>
        </p:nvSpPr>
        <p:spPr>
          <a:xfrm>
            <a:off x="731520" y="1965960"/>
            <a:ext cx="7680960" cy="1417320"/>
          </a:xfrm>
          <a:prstGeom prst="roundRect">
            <a:avLst>
              <a:gd name="adj" fmla="val 3871"/>
            </a:avLst>
          </a:prstGeom>
          <a:solidFill>
            <a:srgbClr val="1A1A2E"/>
          </a:solidFill>
          <a:ln/>
        </p:spPr>
        <p:txBody>
          <a:bodyPr/>
          <a:lstStyle/>
          <a:p>
            <a:endParaRPr lang="ja-JP" altLang="en-US"/>
          </a:p>
        </p:txBody>
      </p:sp>
      <p:sp>
        <p:nvSpPr>
          <p:cNvPr id="6" name="Text 4"/>
          <p:cNvSpPr/>
          <p:nvPr/>
        </p:nvSpPr>
        <p:spPr>
          <a:xfrm>
            <a:off x="1005840" y="2103120"/>
            <a:ext cx="7132320" cy="1143000"/>
          </a:xfrm>
          <a:prstGeom prst="rect">
            <a:avLst/>
          </a:prstGeom>
          <a:noFill/>
          <a:ln/>
        </p:spPr>
        <p:txBody>
          <a:bodyPr wrap="square" lIns="0" tIns="0" rIns="0" bIns="0" rtlCol="0" anchor="t"/>
          <a:lstStyle/>
          <a:p>
            <a:pPr marL="0" indent="0">
              <a:lnSpc>
                <a:spcPct val="115000"/>
              </a:lnSpc>
              <a:buNone/>
            </a:pPr>
            <a:r>
              <a:rPr lang="en-US" sz="1200">
                <a:solidFill>
                  <a:srgbClr val="F8FAFC"/>
                </a:solidFill>
                <a:latin typeface="Consolas" pitchFamily="34" charset="0"/>
                <a:ea typeface="Consolas" pitchFamily="34" charset="-122"/>
                <a:cs typeface="Consolas" pitchFamily="34" charset="-120"/>
              </a:rPr>
              <a:t>renderer</a:t>
            </a:r>
            <a:r>
              <a:rPr lang="en-US" sz="1200" dirty="0">
                <a:solidFill>
                  <a:srgbClr val="F8FAFC"/>
                </a:solidFill>
                <a:latin typeface="Consolas" pitchFamily="34" charset="0"/>
                <a:ea typeface="Consolas" pitchFamily="34" charset="-122"/>
                <a:cs typeface="Consolas" pitchFamily="34" charset="-120"/>
              </a:rPr>
              <a:t>.</a:t>
            </a:r>
            <a:r>
              <a:rPr lang="en-US" sz="1200">
                <a:solidFill>
                  <a:srgbClr val="F8FAFC"/>
                </a:solidFill>
                <a:latin typeface="Consolas" pitchFamily="34" charset="0"/>
                <a:ea typeface="Consolas" pitchFamily="34" charset="-122"/>
                <a:cs typeface="Consolas" pitchFamily="34" charset="-120"/>
              </a:rPr>
              <a:t>shadowMap.enabled = true;          // 影を有効化</a:t>
            </a:r>
            <a:endParaRPr lang="en-US" sz="1200" dirty="0"/>
          </a:p>
          <a:p>
            <a:pPr marL="0" indent="0">
              <a:lnSpc>
                <a:spcPct val="115000"/>
              </a:lnSpc>
              <a:buNone/>
            </a:pPr>
            <a:r>
              <a:rPr lang="en-US" sz="1200">
                <a:solidFill>
                  <a:srgbClr val="A3E635"/>
                </a:solidFill>
                <a:latin typeface="Consolas" pitchFamily="34" charset="0"/>
                <a:ea typeface="Consolas" pitchFamily="34" charset="-122"/>
                <a:cs typeface="Consolas" pitchFamily="34" charset="-120"/>
              </a:rPr>
              <a:t>light</a:t>
            </a:r>
            <a:r>
              <a:rPr lang="en-US" sz="1200" dirty="0">
                <a:solidFill>
                  <a:srgbClr val="A3E635"/>
                </a:solidFill>
                <a:latin typeface="Consolas" pitchFamily="34" charset="0"/>
                <a:ea typeface="Consolas" pitchFamily="34" charset="-122"/>
                <a:cs typeface="Consolas" pitchFamily="34" charset="-120"/>
              </a:rPr>
              <a:t>.</a:t>
            </a:r>
            <a:r>
              <a:rPr lang="en-US" sz="1200">
                <a:solidFill>
                  <a:srgbClr val="A3E635"/>
                </a:solidFill>
                <a:latin typeface="Consolas" pitchFamily="34" charset="0"/>
                <a:ea typeface="Consolas" pitchFamily="34" charset="-122"/>
                <a:cs typeface="Consolas" pitchFamily="34" charset="-120"/>
              </a:rPr>
              <a:t>castShadow = true;                    </a:t>
            </a:r>
            <a:r>
              <a:rPr lang="en-US" sz="1200" dirty="0">
                <a:solidFill>
                  <a:srgbClr val="A3E635"/>
                </a:solidFill>
                <a:latin typeface="Consolas" pitchFamily="34" charset="0"/>
                <a:ea typeface="Consolas" pitchFamily="34" charset="-122"/>
                <a:cs typeface="Consolas" pitchFamily="34" charset="-120"/>
              </a:rPr>
              <a:t>// </a:t>
            </a:r>
            <a:r>
              <a:rPr lang="en-US" sz="1200">
                <a:solidFill>
                  <a:srgbClr val="A3E635"/>
                </a:solidFill>
                <a:latin typeface="Consolas" pitchFamily="34" charset="0"/>
                <a:ea typeface="Consolas" pitchFamily="34" charset="-122"/>
                <a:cs typeface="Consolas" pitchFamily="34" charset="-120"/>
              </a:rPr>
              <a:t>光源</a:t>
            </a:r>
            <a:endParaRPr lang="en-US" sz="1200" dirty="0"/>
          </a:p>
          <a:p>
            <a:pPr marL="0" indent="0">
              <a:lnSpc>
                <a:spcPct val="115000"/>
              </a:lnSpc>
              <a:buNone/>
            </a:pPr>
            <a:r>
              <a:rPr lang="en-US" sz="1200">
                <a:solidFill>
                  <a:srgbClr val="A3E635"/>
                </a:solidFill>
                <a:latin typeface="Consolas" pitchFamily="34" charset="0"/>
                <a:ea typeface="Consolas" pitchFamily="34" charset="-122"/>
                <a:cs typeface="Consolas" pitchFamily="34" charset="-120"/>
              </a:rPr>
              <a:t>light.shadow.mapSize.set(2048, 2048);       // 影の解像度</a:t>
            </a:r>
            <a:endParaRPr lang="en-US" sz="1200"/>
          </a:p>
          <a:p>
            <a:pPr marL="0" indent="0">
              <a:lnSpc>
                <a:spcPct val="115000"/>
              </a:lnSpc>
              <a:buNone/>
            </a:pPr>
            <a:r>
              <a:rPr lang="en-US" sz="1200">
                <a:solidFill>
                  <a:srgbClr val="EC4899"/>
                </a:solidFill>
                <a:latin typeface="Consolas" pitchFamily="34" charset="0"/>
                <a:ea typeface="Consolas" pitchFamily="34" charset="-122"/>
                <a:cs typeface="Consolas" pitchFamily="34" charset="-120"/>
              </a:rPr>
              <a:t>cube.castShadow = true;                     </a:t>
            </a:r>
            <a:r>
              <a:rPr lang="en-US" sz="1200" dirty="0">
                <a:solidFill>
                  <a:srgbClr val="EC4899"/>
                </a:solidFill>
                <a:latin typeface="Consolas" pitchFamily="34" charset="0"/>
                <a:ea typeface="Consolas" pitchFamily="34" charset="-122"/>
                <a:cs typeface="Consolas" pitchFamily="34" charset="-120"/>
              </a:rPr>
              <a:t>// </a:t>
            </a:r>
            <a:r>
              <a:rPr lang="en-US" sz="1200">
                <a:solidFill>
                  <a:srgbClr val="EC4899"/>
                </a:solidFill>
                <a:latin typeface="Consolas" pitchFamily="34" charset="0"/>
                <a:ea typeface="Consolas" pitchFamily="34" charset="-122"/>
                <a:cs typeface="Consolas" pitchFamily="34" charset="-120"/>
              </a:rPr>
              <a:t>影を落とす物体</a:t>
            </a:r>
            <a:endParaRPr lang="en-US" sz="1200" dirty="0"/>
          </a:p>
          <a:p>
            <a:pPr marL="0" indent="0">
              <a:lnSpc>
                <a:spcPct val="115000"/>
              </a:lnSpc>
              <a:buNone/>
            </a:pPr>
            <a:r>
              <a:rPr lang="en-US" sz="1200">
                <a:solidFill>
                  <a:srgbClr val="F8FAFC"/>
                </a:solidFill>
                <a:latin typeface="Consolas" pitchFamily="34" charset="0"/>
                <a:ea typeface="Consolas" pitchFamily="34" charset="-122"/>
                <a:cs typeface="Consolas" pitchFamily="34" charset="-120"/>
              </a:rPr>
              <a:t>floor.receiveShadow = true;                 // 影を受ける床</a:t>
            </a:r>
            <a:endParaRPr lang="en-US" sz="1200" dirty="0"/>
          </a:p>
        </p:txBody>
      </p:sp>
      <p:sp>
        <p:nvSpPr>
          <p:cNvPr id="7" name="Shape 5"/>
          <p:cNvSpPr/>
          <p:nvPr/>
        </p:nvSpPr>
        <p:spPr>
          <a:xfrm>
            <a:off x="731520" y="3611880"/>
            <a:ext cx="7680960" cy="914400"/>
          </a:xfrm>
          <a:prstGeom prst="roundRect">
            <a:avLst>
              <a:gd name="adj" fmla="val 8000"/>
            </a:avLst>
          </a:prstGeom>
          <a:solidFill>
            <a:srgbClr val="1E293B"/>
          </a:solidFill>
          <a:ln/>
        </p:spPr>
        <p:txBody>
          <a:bodyPr/>
          <a:lstStyle/>
          <a:p>
            <a:endParaRPr lang="ja-JP" altLang="en-US"/>
          </a:p>
        </p:txBody>
      </p:sp>
      <p:pic>
        <p:nvPicPr>
          <p:cNvPr id="8" name="Image 0" descr="preencoded.png"/>
          <p:cNvPicPr>
            <a:picLocks noChangeAspect="1"/>
          </p:cNvPicPr>
          <p:nvPr/>
        </p:nvPicPr>
        <p:blipFill>
          <a:blip r:embed="rId3"/>
          <a:stretch>
            <a:fillRect/>
          </a:stretch>
        </p:blipFill>
        <p:spPr>
          <a:xfrm>
            <a:off x="1005840" y="3840480"/>
            <a:ext cx="411480" cy="411480"/>
          </a:xfrm>
          <a:prstGeom prst="rect">
            <a:avLst/>
          </a:prstGeom>
        </p:spPr>
      </p:pic>
      <p:sp>
        <p:nvSpPr>
          <p:cNvPr id="9" name="Text 6"/>
          <p:cNvSpPr/>
          <p:nvPr/>
        </p:nvSpPr>
        <p:spPr>
          <a:xfrm>
            <a:off x="1554480" y="3794760"/>
            <a:ext cx="2743200" cy="320040"/>
          </a:xfrm>
          <a:prstGeom prst="rect">
            <a:avLst/>
          </a:prstGeom>
          <a:noFill/>
          <a:ln/>
        </p:spPr>
        <p:txBody>
          <a:bodyPr wrap="square" lIns="0" tIns="0" rIns="0" bIns="0" rtlCol="0" anchor="ctr"/>
          <a:lstStyle/>
          <a:p>
            <a:pPr marL="0" indent="0">
              <a:buNone/>
            </a:pPr>
            <a:r>
              <a:rPr lang="en-US" sz="1400" b="1">
                <a:solidFill>
                  <a:srgbClr val="EC4899"/>
                </a:solidFill>
                <a:latin typeface="Trebuchet MS" pitchFamily="34" charset="0"/>
                <a:ea typeface="Trebuchet MS" pitchFamily="34" charset="-122"/>
                <a:cs typeface="Trebuchet MS" pitchFamily="34" charset="-120"/>
              </a:rPr>
              <a:t>影が出ない・ギザギザになる時は</a:t>
            </a:r>
            <a:r>
              <a:rPr lang="en-US" sz="1400" b="1" dirty="0">
                <a:solidFill>
                  <a:srgbClr val="EC4899"/>
                </a:solidFill>
                <a:latin typeface="Trebuchet MS" pitchFamily="34" charset="0"/>
                <a:ea typeface="Trebuchet MS" pitchFamily="34" charset="-122"/>
                <a:cs typeface="Trebuchet MS" pitchFamily="34" charset="-120"/>
              </a:rPr>
              <a:t>？</a:t>
            </a:r>
            <a:endParaRPr lang="en-US" sz="1400" dirty="0"/>
          </a:p>
        </p:txBody>
      </p:sp>
      <p:sp>
        <p:nvSpPr>
          <p:cNvPr id="10" name="Text 7"/>
          <p:cNvSpPr/>
          <p:nvPr/>
        </p:nvSpPr>
        <p:spPr>
          <a:xfrm>
            <a:off x="1554480" y="4114800"/>
            <a:ext cx="6583680" cy="320040"/>
          </a:xfrm>
          <a:prstGeom prst="rect">
            <a:avLst/>
          </a:prstGeom>
          <a:noFill/>
          <a:ln/>
        </p:spPr>
        <p:txBody>
          <a:bodyPr wrap="square" lIns="0" tIns="0" rIns="0" bIns="0" rtlCol="0" anchor="ctr"/>
          <a:lstStyle/>
          <a:p>
            <a:pPr marL="0" indent="0">
              <a:buNone/>
            </a:pPr>
            <a:r>
              <a:rPr lang="en-US" sz="1200">
                <a:solidFill>
                  <a:srgbClr val="F8FAFC"/>
                </a:solidFill>
                <a:latin typeface="Calibri" pitchFamily="34" charset="0"/>
                <a:ea typeface="Calibri" pitchFamily="34" charset="-122"/>
                <a:cs typeface="Calibri" pitchFamily="34" charset="-120"/>
              </a:rPr>
              <a:t>castShadow と receiveShadow の両方が必要。mapSize を上げると輪郭が滑らかに</a:t>
            </a:r>
            <a:endParaRPr lang="en-US" sz="1200" dirty="0"/>
          </a:p>
        </p:txBody>
      </p:sp>
      <p:sp>
        <p:nvSpPr>
          <p:cNvPr id="11" name="Text 8"/>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12" name="Text 9"/>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15 / 12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a:effectLst/>
      </p:bgPr>
    </p:bg>
    <p:spTree>
      <p:nvGrpSpPr>
        <p:cNvPr id="1" name=""/>
        <p:cNvGrpSpPr/>
        <p:nvPr/>
      </p:nvGrpSpPr>
      <p:grpSpPr>
        <a:xfrm>
          <a:off x="0" y="0"/>
          <a:ext cx="0" cy="0"/>
          <a:chOff x="0" y="0"/>
          <a:chExt cx="0" cy="0"/>
        </a:xfrm>
      </p:grpSpPr>
      <p:sp>
        <p:nvSpPr>
          <p:cNvPr id="2" name="Text 0"/>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DEBUG</a:t>
            </a:r>
            <a:endParaRPr lang="en-US" sz="1100" dirty="0"/>
          </a:p>
        </p:txBody>
      </p:sp>
      <p:sp>
        <p:nvSpPr>
          <p:cNvPr id="3" name="Text 1"/>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dirty="0">
                <a:solidFill>
                  <a:srgbClr val="F8FAFC"/>
                </a:solidFill>
                <a:latin typeface="Trebuchet MS" pitchFamily="34" charset="0"/>
                <a:ea typeface="Trebuchet MS" pitchFamily="34" charset="-122"/>
                <a:cs typeface="Trebuchet MS" pitchFamily="34" charset="-120"/>
              </a:rPr>
              <a:t>よくあるつまずきポイント</a:t>
            </a:r>
            <a:endParaRPr lang="en-US" sz="3200" dirty="0"/>
          </a:p>
        </p:txBody>
      </p:sp>
      <p:sp>
        <p:nvSpPr>
          <p:cNvPr id="4" name="Shape 2"/>
          <p:cNvSpPr/>
          <p:nvPr/>
        </p:nvSpPr>
        <p:spPr>
          <a:xfrm>
            <a:off x="731520" y="1600200"/>
            <a:ext cx="7680960" cy="658368"/>
          </a:xfrm>
          <a:prstGeom prst="roundRect">
            <a:avLst>
              <a:gd name="adj" fmla="val 8333"/>
            </a:avLst>
          </a:prstGeom>
          <a:solidFill>
            <a:srgbClr val="1E293B"/>
          </a:solidFill>
          <a:ln/>
        </p:spPr>
        <p:txBody>
          <a:bodyPr/>
          <a:lstStyle/>
          <a:p>
            <a:endParaRPr lang="ja-JP" altLang="en-US"/>
          </a:p>
        </p:txBody>
      </p:sp>
      <p:sp>
        <p:nvSpPr>
          <p:cNvPr id="5" name="Text 3"/>
          <p:cNvSpPr/>
          <p:nvPr/>
        </p:nvSpPr>
        <p:spPr>
          <a:xfrm>
            <a:off x="960120" y="1645920"/>
            <a:ext cx="457200" cy="548640"/>
          </a:xfrm>
          <a:prstGeom prst="rect">
            <a:avLst/>
          </a:prstGeom>
          <a:noFill/>
          <a:ln/>
        </p:spPr>
        <p:txBody>
          <a:bodyPr wrap="square" lIns="0" tIns="0" rIns="0" bIns="0" rtlCol="0" anchor="ctr"/>
          <a:lstStyle/>
          <a:p>
            <a:pPr marL="0" indent="0">
              <a:buNone/>
            </a:pPr>
            <a:r>
              <a:rPr lang="en-US" sz="2000" b="1" dirty="0">
                <a:solidFill>
                  <a:srgbClr val="EC4899"/>
                </a:solidFill>
                <a:latin typeface="Trebuchet MS" pitchFamily="34" charset="0"/>
                <a:ea typeface="Trebuchet MS" pitchFamily="34" charset="-122"/>
                <a:cs typeface="Trebuchet MS" pitchFamily="34" charset="-120"/>
              </a:rPr>
              <a:t>Q</a:t>
            </a:r>
            <a:endParaRPr lang="en-US" sz="2000" dirty="0"/>
          </a:p>
        </p:txBody>
      </p:sp>
      <p:sp>
        <p:nvSpPr>
          <p:cNvPr id="6" name="Text 4"/>
          <p:cNvSpPr/>
          <p:nvPr/>
        </p:nvSpPr>
        <p:spPr>
          <a:xfrm>
            <a:off x="1463040" y="1673352"/>
            <a:ext cx="3017520" cy="512064"/>
          </a:xfrm>
          <a:prstGeom prst="rect">
            <a:avLst/>
          </a:prstGeom>
          <a:noFill/>
          <a:ln/>
        </p:spPr>
        <p:txBody>
          <a:bodyPr wrap="square" lIns="0" tIns="0" rIns="0" bIns="0" rtlCol="0" anchor="ctr"/>
          <a:lstStyle/>
          <a:p>
            <a:pPr marL="0" indent="0">
              <a:buNone/>
            </a:pPr>
            <a:r>
              <a:rPr lang="en-US" sz="1300" b="1">
                <a:solidFill>
                  <a:srgbClr val="F8FAFC"/>
                </a:solidFill>
                <a:latin typeface="Trebuchet MS" pitchFamily="34" charset="0"/>
                <a:ea typeface="Trebuchet MS" pitchFamily="34" charset="-122"/>
                <a:cs typeface="Trebuchet MS" pitchFamily="34" charset="-120"/>
              </a:rPr>
              <a:t>物体が真っ黒で見えない</a:t>
            </a:r>
            <a:endParaRPr lang="en-US" sz="1300" dirty="0"/>
          </a:p>
        </p:txBody>
      </p:sp>
      <p:sp>
        <p:nvSpPr>
          <p:cNvPr id="7" name="Text 5"/>
          <p:cNvSpPr/>
          <p:nvPr/>
        </p:nvSpPr>
        <p:spPr>
          <a:xfrm>
            <a:off x="4572000" y="1673352"/>
            <a:ext cx="3657600" cy="512064"/>
          </a:xfrm>
          <a:prstGeom prst="rect">
            <a:avLst/>
          </a:prstGeom>
          <a:noFill/>
          <a:ln/>
        </p:spPr>
        <p:txBody>
          <a:bodyPr wrap="square" lIns="0" tIns="0" rIns="0" bIns="0" rtlCol="0" anchor="ctr"/>
          <a:lstStyle/>
          <a:p>
            <a:pPr marL="0" indent="0">
              <a:lnSpc>
                <a:spcPct val="115000"/>
              </a:lnSpc>
              <a:buNone/>
            </a:pPr>
            <a:r>
              <a:rPr lang="en-US" sz="1100">
                <a:solidFill>
                  <a:srgbClr val="94A3B8"/>
                </a:solidFill>
                <a:latin typeface="Calibri" pitchFamily="34" charset="0"/>
                <a:ea typeface="Calibri" pitchFamily="34" charset="-122"/>
                <a:cs typeface="Calibri" pitchFamily="34" charset="-120"/>
              </a:rPr>
              <a:t>Standard / Phong はライトが必要</a:t>
            </a:r>
            <a:r>
              <a:rPr lang="en-US" sz="1100" dirty="0">
                <a:solidFill>
                  <a:srgbClr val="94A3B8"/>
                </a:solidFill>
                <a:latin typeface="Calibri" pitchFamily="34" charset="0"/>
                <a:ea typeface="Calibri" pitchFamily="34" charset="-122"/>
                <a:cs typeface="Calibri" pitchFamily="34" charset="-120"/>
              </a:rPr>
              <a:t>。</a:t>
            </a:r>
            <a:r>
              <a:rPr lang="en-US" sz="1100">
                <a:solidFill>
                  <a:srgbClr val="94A3B8"/>
                </a:solidFill>
                <a:latin typeface="Calibri" pitchFamily="34" charset="0"/>
                <a:ea typeface="Calibri" pitchFamily="34" charset="-122"/>
                <a:cs typeface="Calibri" pitchFamily="34" charset="-120"/>
              </a:rPr>
              <a:t>ライトを追加したか確認</a:t>
            </a:r>
            <a:endParaRPr lang="en-US" sz="1100" dirty="0"/>
          </a:p>
        </p:txBody>
      </p:sp>
      <p:sp>
        <p:nvSpPr>
          <p:cNvPr id="8" name="Shape 6"/>
          <p:cNvSpPr/>
          <p:nvPr/>
        </p:nvSpPr>
        <p:spPr>
          <a:xfrm>
            <a:off x="731520" y="2359152"/>
            <a:ext cx="7680960" cy="658368"/>
          </a:xfrm>
          <a:prstGeom prst="roundRect">
            <a:avLst>
              <a:gd name="adj" fmla="val 8333"/>
            </a:avLst>
          </a:prstGeom>
          <a:solidFill>
            <a:srgbClr val="1E293B"/>
          </a:solidFill>
          <a:ln/>
        </p:spPr>
        <p:txBody>
          <a:bodyPr/>
          <a:lstStyle/>
          <a:p>
            <a:endParaRPr lang="ja-JP" altLang="en-US"/>
          </a:p>
        </p:txBody>
      </p:sp>
      <p:sp>
        <p:nvSpPr>
          <p:cNvPr id="9" name="Text 7"/>
          <p:cNvSpPr/>
          <p:nvPr/>
        </p:nvSpPr>
        <p:spPr>
          <a:xfrm>
            <a:off x="960120" y="2404872"/>
            <a:ext cx="457200" cy="548640"/>
          </a:xfrm>
          <a:prstGeom prst="rect">
            <a:avLst/>
          </a:prstGeom>
          <a:noFill/>
          <a:ln/>
        </p:spPr>
        <p:txBody>
          <a:bodyPr wrap="square" lIns="0" tIns="0" rIns="0" bIns="0" rtlCol="0" anchor="ctr"/>
          <a:lstStyle/>
          <a:p>
            <a:pPr marL="0" indent="0">
              <a:buNone/>
            </a:pPr>
            <a:r>
              <a:rPr lang="en-US" sz="2000" b="1" dirty="0">
                <a:solidFill>
                  <a:srgbClr val="EC4899"/>
                </a:solidFill>
                <a:latin typeface="Trebuchet MS" pitchFamily="34" charset="0"/>
                <a:ea typeface="Trebuchet MS" pitchFamily="34" charset="-122"/>
                <a:cs typeface="Trebuchet MS" pitchFamily="34" charset="-120"/>
              </a:rPr>
              <a:t>Q</a:t>
            </a:r>
            <a:endParaRPr lang="en-US" sz="2000" dirty="0"/>
          </a:p>
        </p:txBody>
      </p:sp>
      <p:sp>
        <p:nvSpPr>
          <p:cNvPr id="10" name="Text 8"/>
          <p:cNvSpPr/>
          <p:nvPr/>
        </p:nvSpPr>
        <p:spPr>
          <a:xfrm>
            <a:off x="1463040" y="2432304"/>
            <a:ext cx="3017520" cy="512064"/>
          </a:xfrm>
          <a:prstGeom prst="rect">
            <a:avLst/>
          </a:prstGeom>
          <a:noFill/>
          <a:ln/>
        </p:spPr>
        <p:txBody>
          <a:bodyPr wrap="square" lIns="0" tIns="0" rIns="0" bIns="0" rtlCol="0" anchor="ctr"/>
          <a:lstStyle/>
          <a:p>
            <a:pPr marL="0" indent="0">
              <a:buNone/>
            </a:pPr>
            <a:r>
              <a:rPr lang="en-US" sz="1300" b="1">
                <a:solidFill>
                  <a:srgbClr val="F8FAFC"/>
                </a:solidFill>
                <a:latin typeface="Trebuchet MS" pitchFamily="34" charset="0"/>
                <a:ea typeface="Trebuchet MS" pitchFamily="34" charset="-122"/>
                <a:cs typeface="Trebuchet MS" pitchFamily="34" charset="-120"/>
              </a:rPr>
              <a:t>影が表示されない</a:t>
            </a:r>
            <a:endParaRPr lang="en-US" sz="1300" dirty="0"/>
          </a:p>
        </p:txBody>
      </p:sp>
      <p:sp>
        <p:nvSpPr>
          <p:cNvPr id="11" name="Text 9"/>
          <p:cNvSpPr/>
          <p:nvPr/>
        </p:nvSpPr>
        <p:spPr>
          <a:xfrm>
            <a:off x="4572000" y="2432304"/>
            <a:ext cx="3657600" cy="512064"/>
          </a:xfrm>
          <a:prstGeom prst="rect">
            <a:avLst/>
          </a:prstGeom>
          <a:noFill/>
          <a:ln/>
        </p:spPr>
        <p:txBody>
          <a:bodyPr wrap="square" lIns="0" tIns="0" rIns="0" bIns="0" rtlCol="0" anchor="ctr"/>
          <a:lstStyle/>
          <a:p>
            <a:pPr marL="0" indent="0">
              <a:lnSpc>
                <a:spcPct val="115000"/>
              </a:lnSpc>
              <a:buNone/>
            </a:pPr>
            <a:r>
              <a:rPr lang="en-US" sz="1100">
                <a:solidFill>
                  <a:srgbClr val="94A3B8"/>
                </a:solidFill>
                <a:latin typeface="Calibri" pitchFamily="34" charset="0"/>
                <a:ea typeface="Calibri" pitchFamily="34" charset="-122"/>
                <a:cs typeface="Calibri" pitchFamily="34" charset="-120"/>
              </a:rPr>
              <a:t>shadowMap.enabled / castShadow / receiveShadow の3点を確認</a:t>
            </a:r>
            <a:endParaRPr lang="en-US" sz="1100" dirty="0"/>
          </a:p>
        </p:txBody>
      </p:sp>
      <p:sp>
        <p:nvSpPr>
          <p:cNvPr id="12" name="Shape 10"/>
          <p:cNvSpPr/>
          <p:nvPr/>
        </p:nvSpPr>
        <p:spPr>
          <a:xfrm>
            <a:off x="731520" y="3118104"/>
            <a:ext cx="7680960" cy="658368"/>
          </a:xfrm>
          <a:prstGeom prst="roundRect">
            <a:avLst>
              <a:gd name="adj" fmla="val 8333"/>
            </a:avLst>
          </a:prstGeom>
          <a:solidFill>
            <a:srgbClr val="1E293B"/>
          </a:solidFill>
          <a:ln/>
        </p:spPr>
        <p:txBody>
          <a:bodyPr/>
          <a:lstStyle/>
          <a:p>
            <a:endParaRPr lang="ja-JP" altLang="en-US"/>
          </a:p>
        </p:txBody>
      </p:sp>
      <p:sp>
        <p:nvSpPr>
          <p:cNvPr id="13" name="Text 11"/>
          <p:cNvSpPr/>
          <p:nvPr/>
        </p:nvSpPr>
        <p:spPr>
          <a:xfrm>
            <a:off x="960120" y="3163824"/>
            <a:ext cx="457200" cy="548640"/>
          </a:xfrm>
          <a:prstGeom prst="rect">
            <a:avLst/>
          </a:prstGeom>
          <a:noFill/>
          <a:ln/>
        </p:spPr>
        <p:txBody>
          <a:bodyPr wrap="square" lIns="0" tIns="0" rIns="0" bIns="0" rtlCol="0" anchor="ctr"/>
          <a:lstStyle/>
          <a:p>
            <a:pPr marL="0" indent="0">
              <a:buNone/>
            </a:pPr>
            <a:r>
              <a:rPr lang="en-US" sz="2000" b="1" dirty="0">
                <a:solidFill>
                  <a:srgbClr val="EC4899"/>
                </a:solidFill>
                <a:latin typeface="Trebuchet MS" pitchFamily="34" charset="0"/>
                <a:ea typeface="Trebuchet MS" pitchFamily="34" charset="-122"/>
                <a:cs typeface="Trebuchet MS" pitchFamily="34" charset="-120"/>
              </a:rPr>
              <a:t>Q</a:t>
            </a:r>
            <a:endParaRPr lang="en-US" sz="2000" dirty="0"/>
          </a:p>
        </p:txBody>
      </p:sp>
      <p:sp>
        <p:nvSpPr>
          <p:cNvPr id="14" name="Text 12"/>
          <p:cNvSpPr/>
          <p:nvPr/>
        </p:nvSpPr>
        <p:spPr>
          <a:xfrm>
            <a:off x="1463040" y="3191256"/>
            <a:ext cx="3017520" cy="512064"/>
          </a:xfrm>
          <a:prstGeom prst="rect">
            <a:avLst/>
          </a:prstGeom>
          <a:noFill/>
          <a:ln/>
        </p:spPr>
        <p:txBody>
          <a:bodyPr wrap="square" lIns="0" tIns="0" rIns="0" bIns="0" rtlCol="0" anchor="ctr"/>
          <a:lstStyle/>
          <a:p>
            <a:pPr marL="0" indent="0">
              <a:buNone/>
            </a:pPr>
            <a:r>
              <a:rPr lang="en-US" sz="1300" b="1">
                <a:solidFill>
                  <a:srgbClr val="F8FAFC"/>
                </a:solidFill>
                <a:latin typeface="Trebuchet MS" pitchFamily="34" charset="0"/>
                <a:ea typeface="Trebuchet MS" pitchFamily="34" charset="-122"/>
                <a:cs typeface="Trebuchet MS" pitchFamily="34" charset="-120"/>
              </a:rPr>
              <a:t>全体がのっぺり暗い</a:t>
            </a:r>
            <a:endParaRPr lang="en-US" sz="1300" dirty="0"/>
          </a:p>
        </p:txBody>
      </p:sp>
      <p:sp>
        <p:nvSpPr>
          <p:cNvPr id="15" name="Text 13"/>
          <p:cNvSpPr/>
          <p:nvPr/>
        </p:nvSpPr>
        <p:spPr>
          <a:xfrm>
            <a:off x="4572000" y="3191256"/>
            <a:ext cx="3657600" cy="512064"/>
          </a:xfrm>
          <a:prstGeom prst="rect">
            <a:avLst/>
          </a:prstGeom>
          <a:noFill/>
          <a:ln/>
        </p:spPr>
        <p:txBody>
          <a:bodyPr wrap="square" lIns="0" tIns="0" rIns="0" bIns="0" rtlCol="0" anchor="ctr"/>
          <a:lstStyle/>
          <a:p>
            <a:pPr marL="0" indent="0">
              <a:lnSpc>
                <a:spcPct val="115000"/>
              </a:lnSpc>
              <a:buNone/>
            </a:pPr>
            <a:r>
              <a:rPr lang="en-US" sz="1100">
                <a:solidFill>
                  <a:srgbClr val="94A3B8"/>
                </a:solidFill>
                <a:latin typeface="Calibri" pitchFamily="34" charset="0"/>
                <a:ea typeface="Calibri" pitchFamily="34" charset="-122"/>
                <a:cs typeface="Calibri" pitchFamily="34" charset="-120"/>
              </a:rPr>
              <a:t>AmbientLight だけだと陰影が出ない。指向性ライトを足す</a:t>
            </a:r>
            <a:endParaRPr lang="en-US" sz="1100" dirty="0"/>
          </a:p>
        </p:txBody>
      </p:sp>
      <p:sp>
        <p:nvSpPr>
          <p:cNvPr id="16" name="Shape 14"/>
          <p:cNvSpPr/>
          <p:nvPr/>
        </p:nvSpPr>
        <p:spPr>
          <a:xfrm>
            <a:off x="731520" y="3877056"/>
            <a:ext cx="7680960" cy="658368"/>
          </a:xfrm>
          <a:prstGeom prst="roundRect">
            <a:avLst>
              <a:gd name="adj" fmla="val 8333"/>
            </a:avLst>
          </a:prstGeom>
          <a:solidFill>
            <a:srgbClr val="1E293B"/>
          </a:solidFill>
          <a:ln/>
        </p:spPr>
        <p:txBody>
          <a:bodyPr/>
          <a:lstStyle/>
          <a:p>
            <a:endParaRPr lang="ja-JP" altLang="en-US"/>
          </a:p>
        </p:txBody>
      </p:sp>
      <p:sp>
        <p:nvSpPr>
          <p:cNvPr id="17" name="Text 15"/>
          <p:cNvSpPr/>
          <p:nvPr/>
        </p:nvSpPr>
        <p:spPr>
          <a:xfrm>
            <a:off x="960120" y="3922776"/>
            <a:ext cx="457200" cy="548640"/>
          </a:xfrm>
          <a:prstGeom prst="rect">
            <a:avLst/>
          </a:prstGeom>
          <a:noFill/>
          <a:ln/>
        </p:spPr>
        <p:txBody>
          <a:bodyPr wrap="square" lIns="0" tIns="0" rIns="0" bIns="0" rtlCol="0" anchor="ctr"/>
          <a:lstStyle/>
          <a:p>
            <a:pPr marL="0" indent="0">
              <a:buNone/>
            </a:pPr>
            <a:r>
              <a:rPr lang="en-US" sz="2000" b="1" dirty="0">
                <a:solidFill>
                  <a:srgbClr val="EC4899"/>
                </a:solidFill>
                <a:latin typeface="Trebuchet MS" pitchFamily="34" charset="0"/>
                <a:ea typeface="Trebuchet MS" pitchFamily="34" charset="-122"/>
                <a:cs typeface="Trebuchet MS" pitchFamily="34" charset="-120"/>
              </a:rPr>
              <a:t>Q</a:t>
            </a:r>
            <a:endParaRPr lang="en-US" sz="2000" dirty="0"/>
          </a:p>
        </p:txBody>
      </p:sp>
      <p:sp>
        <p:nvSpPr>
          <p:cNvPr id="18" name="Text 16"/>
          <p:cNvSpPr/>
          <p:nvPr/>
        </p:nvSpPr>
        <p:spPr>
          <a:xfrm>
            <a:off x="1463040" y="3950208"/>
            <a:ext cx="3017520" cy="512064"/>
          </a:xfrm>
          <a:prstGeom prst="rect">
            <a:avLst/>
          </a:prstGeom>
          <a:noFill/>
          <a:ln/>
        </p:spPr>
        <p:txBody>
          <a:bodyPr wrap="square" lIns="0" tIns="0" rIns="0" bIns="0" rtlCol="0" anchor="ctr"/>
          <a:lstStyle/>
          <a:p>
            <a:pPr marL="0" indent="0">
              <a:buNone/>
            </a:pPr>
            <a:r>
              <a:rPr lang="en-US" sz="1300" b="1">
                <a:solidFill>
                  <a:srgbClr val="F8FAFC"/>
                </a:solidFill>
                <a:latin typeface="Trebuchet MS" pitchFamily="34" charset="0"/>
                <a:ea typeface="Trebuchet MS" pitchFamily="34" charset="-122"/>
                <a:cs typeface="Trebuchet MS" pitchFamily="34" charset="-120"/>
              </a:rPr>
              <a:t>物体がテカりすぎる</a:t>
            </a:r>
            <a:endParaRPr lang="en-US" sz="1300" dirty="0"/>
          </a:p>
        </p:txBody>
      </p:sp>
      <p:sp>
        <p:nvSpPr>
          <p:cNvPr id="19" name="Text 17"/>
          <p:cNvSpPr/>
          <p:nvPr/>
        </p:nvSpPr>
        <p:spPr>
          <a:xfrm>
            <a:off x="4572000" y="3950208"/>
            <a:ext cx="3657600" cy="512064"/>
          </a:xfrm>
          <a:prstGeom prst="rect">
            <a:avLst/>
          </a:prstGeom>
          <a:noFill/>
          <a:ln/>
        </p:spPr>
        <p:txBody>
          <a:bodyPr wrap="square" lIns="0" tIns="0" rIns="0" bIns="0" rtlCol="0" anchor="ctr"/>
          <a:lstStyle/>
          <a:p>
            <a:pPr marL="0" indent="0">
              <a:lnSpc>
                <a:spcPct val="115000"/>
              </a:lnSpc>
              <a:buNone/>
            </a:pPr>
            <a:r>
              <a:rPr lang="en-US" sz="1100">
                <a:solidFill>
                  <a:srgbClr val="94A3B8"/>
                </a:solidFill>
                <a:latin typeface="Calibri" pitchFamily="34" charset="0"/>
                <a:ea typeface="Calibri" pitchFamily="34" charset="-122"/>
                <a:cs typeface="Calibri" pitchFamily="34" charset="-120"/>
              </a:rPr>
              <a:t>metalness と roughness の値を下げて調整する</a:t>
            </a:r>
            <a:endParaRPr lang="en-US" sz="1100" dirty="0"/>
          </a:p>
        </p:txBody>
      </p:sp>
      <p:sp>
        <p:nvSpPr>
          <p:cNvPr id="20" name="Text 18"/>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1" name="Text 19"/>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16 / 12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C4899"/>
          </a:solidFill>
          <a:ln/>
        </p:spPr>
        <p:txBody>
          <a:bodyPr/>
          <a:lstStyle/>
          <a:p>
            <a:endParaRPr lang="ja-JP" altLang="en-US"/>
          </a:p>
        </p:txBody>
      </p:sp>
      <p:sp>
        <p:nvSpPr>
          <p:cNvPr id="3" name="Text 1"/>
          <p:cNvSpPr/>
          <p:nvPr/>
        </p:nvSpPr>
        <p:spPr>
          <a:xfrm>
            <a:off x="731520" y="365760"/>
            <a:ext cx="4572000" cy="548640"/>
          </a:xfrm>
          <a:prstGeom prst="rect">
            <a:avLst/>
          </a:prstGeom>
          <a:noFill/>
          <a:ln/>
        </p:spPr>
        <p:txBody>
          <a:bodyPr wrap="square" lIns="0" tIns="0" rIns="0" bIns="0" rtlCol="0" anchor="ctr"/>
          <a:lstStyle/>
          <a:p>
            <a:pPr marL="0" indent="0">
              <a:buNone/>
            </a:pPr>
            <a:r>
              <a:rPr lang="en-US" sz="2800" b="1" dirty="0">
                <a:solidFill>
                  <a:srgbClr val="EC4899"/>
                </a:solidFill>
                <a:latin typeface="Trebuchet MS" pitchFamily="34" charset="0"/>
                <a:ea typeface="Trebuchet MS" pitchFamily="34" charset="-122"/>
                <a:cs typeface="Trebuchet MS" pitchFamily="34" charset="-120"/>
              </a:rPr>
              <a:t>▶ HANDS-ON</a:t>
            </a:r>
            <a:endParaRPr lang="en-US" sz="2800" dirty="0"/>
          </a:p>
        </p:txBody>
      </p:sp>
      <p:sp>
        <p:nvSpPr>
          <p:cNvPr id="4" name="Text 2"/>
          <p:cNvSpPr/>
          <p:nvPr/>
        </p:nvSpPr>
        <p:spPr>
          <a:xfrm>
            <a:off x="731520" y="914400"/>
            <a:ext cx="7680960" cy="548640"/>
          </a:xfrm>
          <a:prstGeom prst="rect">
            <a:avLst/>
          </a:prstGeom>
          <a:noFill/>
          <a:ln/>
        </p:spPr>
        <p:txBody>
          <a:bodyPr wrap="square" lIns="0" tIns="0" rIns="0" bIns="0" rtlCol="0" anchor="ctr"/>
          <a:lstStyle/>
          <a:p>
            <a:pPr marL="0" indent="0">
              <a:buNone/>
            </a:pPr>
            <a:r>
              <a:rPr lang="en-US" sz="2400" b="1">
                <a:solidFill>
                  <a:srgbClr val="F8FAFC"/>
                </a:solidFill>
                <a:latin typeface="Trebuchet MS" pitchFamily="34" charset="0"/>
                <a:ea typeface="Trebuchet MS" pitchFamily="34" charset="-122"/>
                <a:cs typeface="Trebuchet MS" pitchFamily="34" charset="-120"/>
              </a:rPr>
              <a:t>ライティングされた立方体を作ろう</a:t>
            </a:r>
            <a:endParaRPr lang="en-US" sz="2400" dirty="0"/>
          </a:p>
        </p:txBody>
      </p:sp>
      <p:sp>
        <p:nvSpPr>
          <p:cNvPr id="5" name="Shape 3"/>
          <p:cNvSpPr/>
          <p:nvPr/>
        </p:nvSpPr>
        <p:spPr>
          <a:xfrm>
            <a:off x="731520" y="1691640"/>
            <a:ext cx="7680960" cy="502920"/>
          </a:xfrm>
          <a:prstGeom prst="roundRect">
            <a:avLst>
              <a:gd name="adj" fmla="val 10909"/>
            </a:avLst>
          </a:prstGeom>
          <a:solidFill>
            <a:srgbClr val="1E293B"/>
          </a:solidFill>
          <a:ln/>
        </p:spPr>
        <p:txBody>
          <a:bodyPr/>
          <a:lstStyle/>
          <a:p>
            <a:endParaRPr lang="ja-JP" altLang="en-US"/>
          </a:p>
        </p:txBody>
      </p:sp>
      <p:sp>
        <p:nvSpPr>
          <p:cNvPr id="6" name="Text 4"/>
          <p:cNvSpPr/>
          <p:nvPr/>
        </p:nvSpPr>
        <p:spPr>
          <a:xfrm>
            <a:off x="914400" y="1737360"/>
            <a:ext cx="777240" cy="411480"/>
          </a:xfrm>
          <a:prstGeom prst="rect">
            <a:avLst/>
          </a:prstGeom>
          <a:noFill/>
          <a:ln/>
        </p:spPr>
        <p:txBody>
          <a:bodyPr wrap="square" lIns="0" tIns="0" rIns="0" bIns="0" rtlCol="0" anchor="ctr"/>
          <a:lstStyle/>
          <a:p>
            <a:pPr marL="0" indent="0">
              <a:buNone/>
            </a:pPr>
            <a:r>
              <a:rPr lang="en-US" sz="1200" b="1" dirty="0">
                <a:solidFill>
                  <a:srgbClr val="EC4899"/>
                </a:solidFill>
                <a:latin typeface="Trebuchet MS" pitchFamily="34" charset="0"/>
                <a:ea typeface="Trebuchet MS" pitchFamily="34" charset="-122"/>
                <a:cs typeface="Trebuchet MS" pitchFamily="34" charset="-120"/>
              </a:rPr>
              <a:t>Step 1</a:t>
            </a:r>
            <a:endParaRPr lang="en-US" sz="1200" dirty="0"/>
          </a:p>
        </p:txBody>
      </p:sp>
      <p:sp>
        <p:nvSpPr>
          <p:cNvPr id="7" name="Text 5"/>
          <p:cNvSpPr/>
          <p:nvPr/>
        </p:nvSpPr>
        <p:spPr>
          <a:xfrm>
            <a:off x="1737360" y="1719072"/>
            <a:ext cx="3017520" cy="228600"/>
          </a:xfrm>
          <a:prstGeom prst="rect">
            <a:avLst/>
          </a:prstGeom>
          <a:noFill/>
          <a:ln/>
        </p:spPr>
        <p:txBody>
          <a:bodyPr wrap="square" lIns="0" tIns="0" rIns="0" bIns="0" rtlCol="0" anchor="ctr"/>
          <a:lstStyle/>
          <a:p>
            <a:pPr marL="0" indent="0">
              <a:buNone/>
            </a:pPr>
            <a:r>
              <a:rPr lang="en-US" sz="1400" b="1">
                <a:solidFill>
                  <a:srgbClr val="F8FAFC"/>
                </a:solidFill>
                <a:latin typeface="Trebuchet MS" pitchFamily="34" charset="0"/>
                <a:ea typeface="Trebuchet MS" pitchFamily="34" charset="-122"/>
                <a:cs typeface="Trebuchet MS" pitchFamily="34" charset="-120"/>
              </a:rPr>
              <a:t>マテリアルを Standard に変更</a:t>
            </a:r>
            <a:endParaRPr lang="en-US" sz="1400" dirty="0"/>
          </a:p>
        </p:txBody>
      </p:sp>
      <p:sp>
        <p:nvSpPr>
          <p:cNvPr id="8" name="Text 6"/>
          <p:cNvSpPr/>
          <p:nvPr/>
        </p:nvSpPr>
        <p:spPr>
          <a:xfrm>
            <a:off x="1737360" y="1956816"/>
            <a:ext cx="6400800" cy="2286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前回の立方体を MeshStandardMaterial に差し替え</a:t>
            </a:r>
            <a:endParaRPr lang="en-US" sz="1100" dirty="0"/>
          </a:p>
        </p:txBody>
      </p:sp>
      <p:sp>
        <p:nvSpPr>
          <p:cNvPr id="9" name="Shape 7"/>
          <p:cNvSpPr/>
          <p:nvPr/>
        </p:nvSpPr>
        <p:spPr>
          <a:xfrm>
            <a:off x="731520" y="2286000"/>
            <a:ext cx="7680960" cy="502920"/>
          </a:xfrm>
          <a:prstGeom prst="roundRect">
            <a:avLst>
              <a:gd name="adj" fmla="val 10909"/>
            </a:avLst>
          </a:prstGeom>
          <a:solidFill>
            <a:srgbClr val="1E293B"/>
          </a:solidFill>
          <a:ln/>
        </p:spPr>
        <p:txBody>
          <a:bodyPr/>
          <a:lstStyle/>
          <a:p>
            <a:endParaRPr lang="ja-JP" altLang="en-US"/>
          </a:p>
        </p:txBody>
      </p:sp>
      <p:sp>
        <p:nvSpPr>
          <p:cNvPr id="10" name="Text 8"/>
          <p:cNvSpPr/>
          <p:nvPr/>
        </p:nvSpPr>
        <p:spPr>
          <a:xfrm>
            <a:off x="914400" y="2331720"/>
            <a:ext cx="777240" cy="411480"/>
          </a:xfrm>
          <a:prstGeom prst="rect">
            <a:avLst/>
          </a:prstGeom>
          <a:noFill/>
          <a:ln/>
        </p:spPr>
        <p:txBody>
          <a:bodyPr wrap="square" lIns="0" tIns="0" rIns="0" bIns="0" rtlCol="0" anchor="ctr"/>
          <a:lstStyle/>
          <a:p>
            <a:pPr marL="0" indent="0">
              <a:buNone/>
            </a:pPr>
            <a:r>
              <a:rPr lang="en-US" sz="1200" b="1" dirty="0">
                <a:solidFill>
                  <a:srgbClr val="EC4899"/>
                </a:solidFill>
                <a:latin typeface="Trebuchet MS" pitchFamily="34" charset="0"/>
                <a:ea typeface="Trebuchet MS" pitchFamily="34" charset="-122"/>
                <a:cs typeface="Trebuchet MS" pitchFamily="34" charset="-120"/>
              </a:rPr>
              <a:t>Step 2</a:t>
            </a:r>
            <a:endParaRPr lang="en-US" sz="1200" dirty="0"/>
          </a:p>
        </p:txBody>
      </p:sp>
      <p:sp>
        <p:nvSpPr>
          <p:cNvPr id="11" name="Text 9"/>
          <p:cNvSpPr/>
          <p:nvPr/>
        </p:nvSpPr>
        <p:spPr>
          <a:xfrm>
            <a:off x="1737360" y="2313432"/>
            <a:ext cx="3017520" cy="228600"/>
          </a:xfrm>
          <a:prstGeom prst="rect">
            <a:avLst/>
          </a:prstGeom>
          <a:noFill/>
          <a:ln/>
        </p:spPr>
        <p:txBody>
          <a:bodyPr wrap="square" lIns="0" tIns="0" rIns="0" bIns="0" rtlCol="0" anchor="ctr"/>
          <a:lstStyle/>
          <a:p>
            <a:pPr marL="0" indent="0">
              <a:buNone/>
            </a:pPr>
            <a:r>
              <a:rPr lang="en-US" sz="1400" b="1">
                <a:solidFill>
                  <a:srgbClr val="F8FAFC"/>
                </a:solidFill>
                <a:latin typeface="Trebuchet MS" pitchFamily="34" charset="0"/>
                <a:ea typeface="Trebuchet MS" pitchFamily="34" charset="-122"/>
                <a:cs typeface="Trebuchet MS" pitchFamily="34" charset="-120"/>
              </a:rPr>
              <a:t>ライトを追加する</a:t>
            </a:r>
            <a:endParaRPr lang="en-US" sz="1400" dirty="0"/>
          </a:p>
        </p:txBody>
      </p:sp>
      <p:sp>
        <p:nvSpPr>
          <p:cNvPr id="12" name="Text 10"/>
          <p:cNvSpPr/>
          <p:nvPr/>
        </p:nvSpPr>
        <p:spPr>
          <a:xfrm>
            <a:off x="1737360" y="2551176"/>
            <a:ext cx="6400800" cy="2286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DirectionalLight と AmbientLight を</a:t>
            </a:r>
            <a:r>
              <a:rPr lang="en-US" sz="1100" dirty="0">
                <a:solidFill>
                  <a:srgbClr val="94A3B8"/>
                </a:solidFill>
                <a:latin typeface="Calibri" pitchFamily="34" charset="0"/>
                <a:ea typeface="Calibri" pitchFamily="34" charset="-122"/>
                <a:cs typeface="Calibri" pitchFamily="34" charset="-120"/>
              </a:rPr>
              <a:t> scene.add</a:t>
            </a:r>
            <a:endParaRPr lang="en-US" sz="1100" dirty="0"/>
          </a:p>
        </p:txBody>
      </p:sp>
      <p:sp>
        <p:nvSpPr>
          <p:cNvPr id="13" name="Shape 11"/>
          <p:cNvSpPr/>
          <p:nvPr/>
        </p:nvSpPr>
        <p:spPr>
          <a:xfrm>
            <a:off x="731520" y="2880360"/>
            <a:ext cx="7680960" cy="502920"/>
          </a:xfrm>
          <a:prstGeom prst="roundRect">
            <a:avLst>
              <a:gd name="adj" fmla="val 10909"/>
            </a:avLst>
          </a:prstGeom>
          <a:solidFill>
            <a:srgbClr val="1E293B"/>
          </a:solidFill>
          <a:ln/>
        </p:spPr>
        <p:txBody>
          <a:bodyPr/>
          <a:lstStyle/>
          <a:p>
            <a:endParaRPr lang="ja-JP" altLang="en-US"/>
          </a:p>
        </p:txBody>
      </p:sp>
      <p:sp>
        <p:nvSpPr>
          <p:cNvPr id="14" name="Text 12"/>
          <p:cNvSpPr/>
          <p:nvPr/>
        </p:nvSpPr>
        <p:spPr>
          <a:xfrm>
            <a:off x="914400" y="2926080"/>
            <a:ext cx="777240" cy="411480"/>
          </a:xfrm>
          <a:prstGeom prst="rect">
            <a:avLst/>
          </a:prstGeom>
          <a:noFill/>
          <a:ln/>
        </p:spPr>
        <p:txBody>
          <a:bodyPr wrap="square" lIns="0" tIns="0" rIns="0" bIns="0" rtlCol="0" anchor="ctr"/>
          <a:lstStyle/>
          <a:p>
            <a:pPr marL="0" indent="0">
              <a:buNone/>
            </a:pPr>
            <a:r>
              <a:rPr lang="en-US" sz="1200" b="1" dirty="0">
                <a:solidFill>
                  <a:srgbClr val="EC4899"/>
                </a:solidFill>
                <a:latin typeface="Trebuchet MS" pitchFamily="34" charset="0"/>
                <a:ea typeface="Trebuchet MS" pitchFamily="34" charset="-122"/>
                <a:cs typeface="Trebuchet MS" pitchFamily="34" charset="-120"/>
              </a:rPr>
              <a:t>Step 3</a:t>
            </a:r>
            <a:endParaRPr lang="en-US" sz="1200" dirty="0"/>
          </a:p>
        </p:txBody>
      </p:sp>
      <p:sp>
        <p:nvSpPr>
          <p:cNvPr id="15" name="Text 13"/>
          <p:cNvSpPr/>
          <p:nvPr/>
        </p:nvSpPr>
        <p:spPr>
          <a:xfrm>
            <a:off x="1737360" y="2907792"/>
            <a:ext cx="3017520" cy="228600"/>
          </a:xfrm>
          <a:prstGeom prst="rect">
            <a:avLst/>
          </a:prstGeom>
          <a:noFill/>
          <a:ln/>
        </p:spPr>
        <p:txBody>
          <a:bodyPr wrap="square" lIns="0" tIns="0" rIns="0" bIns="0" rtlCol="0" anchor="ctr"/>
          <a:lstStyle/>
          <a:p>
            <a:pPr marL="0" indent="0">
              <a:buNone/>
            </a:pPr>
            <a:r>
              <a:rPr lang="en-US" sz="1400" b="1">
                <a:solidFill>
                  <a:srgbClr val="F8FAFC"/>
                </a:solidFill>
                <a:latin typeface="Trebuchet MS" pitchFamily="34" charset="0"/>
                <a:ea typeface="Trebuchet MS" pitchFamily="34" charset="-122"/>
                <a:cs typeface="Trebuchet MS" pitchFamily="34" charset="-120"/>
              </a:rPr>
              <a:t>床を追加する</a:t>
            </a:r>
            <a:endParaRPr lang="en-US" sz="1400" dirty="0"/>
          </a:p>
        </p:txBody>
      </p:sp>
      <p:sp>
        <p:nvSpPr>
          <p:cNvPr id="16" name="Text 14"/>
          <p:cNvSpPr/>
          <p:nvPr/>
        </p:nvSpPr>
        <p:spPr>
          <a:xfrm>
            <a:off x="1737360" y="3145536"/>
            <a:ext cx="6400800" cy="2286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PlaneGeometry で床を敷く</a:t>
            </a:r>
            <a:endParaRPr lang="en-US" sz="1100" dirty="0"/>
          </a:p>
        </p:txBody>
      </p:sp>
      <p:sp>
        <p:nvSpPr>
          <p:cNvPr id="17" name="Shape 15"/>
          <p:cNvSpPr/>
          <p:nvPr/>
        </p:nvSpPr>
        <p:spPr>
          <a:xfrm>
            <a:off x="731520" y="3474720"/>
            <a:ext cx="7680960" cy="502920"/>
          </a:xfrm>
          <a:prstGeom prst="roundRect">
            <a:avLst>
              <a:gd name="adj" fmla="val 10909"/>
            </a:avLst>
          </a:prstGeom>
          <a:solidFill>
            <a:srgbClr val="1E293B"/>
          </a:solidFill>
          <a:ln/>
        </p:spPr>
        <p:txBody>
          <a:bodyPr/>
          <a:lstStyle/>
          <a:p>
            <a:endParaRPr lang="ja-JP" altLang="en-US"/>
          </a:p>
        </p:txBody>
      </p:sp>
      <p:sp>
        <p:nvSpPr>
          <p:cNvPr id="18" name="Text 16"/>
          <p:cNvSpPr/>
          <p:nvPr/>
        </p:nvSpPr>
        <p:spPr>
          <a:xfrm>
            <a:off x="914400" y="3520440"/>
            <a:ext cx="777240" cy="411480"/>
          </a:xfrm>
          <a:prstGeom prst="rect">
            <a:avLst/>
          </a:prstGeom>
          <a:noFill/>
          <a:ln/>
        </p:spPr>
        <p:txBody>
          <a:bodyPr wrap="square" lIns="0" tIns="0" rIns="0" bIns="0" rtlCol="0" anchor="ctr"/>
          <a:lstStyle/>
          <a:p>
            <a:pPr marL="0" indent="0">
              <a:buNone/>
            </a:pPr>
            <a:r>
              <a:rPr lang="en-US" sz="1200" b="1" dirty="0">
                <a:solidFill>
                  <a:srgbClr val="EC4899"/>
                </a:solidFill>
                <a:latin typeface="Trebuchet MS" pitchFamily="34" charset="0"/>
                <a:ea typeface="Trebuchet MS" pitchFamily="34" charset="-122"/>
                <a:cs typeface="Trebuchet MS" pitchFamily="34" charset="-120"/>
              </a:rPr>
              <a:t>Step 4</a:t>
            </a:r>
            <a:endParaRPr lang="en-US" sz="1200" dirty="0"/>
          </a:p>
        </p:txBody>
      </p:sp>
      <p:sp>
        <p:nvSpPr>
          <p:cNvPr id="19" name="Text 17"/>
          <p:cNvSpPr/>
          <p:nvPr/>
        </p:nvSpPr>
        <p:spPr>
          <a:xfrm>
            <a:off x="1737360" y="3502152"/>
            <a:ext cx="3017520" cy="228600"/>
          </a:xfrm>
          <a:prstGeom prst="rect">
            <a:avLst/>
          </a:prstGeom>
          <a:noFill/>
          <a:ln/>
        </p:spPr>
        <p:txBody>
          <a:bodyPr wrap="square" lIns="0" tIns="0" rIns="0" bIns="0" rtlCol="0" anchor="ctr"/>
          <a:lstStyle/>
          <a:p>
            <a:pPr marL="0" indent="0">
              <a:buNone/>
            </a:pPr>
            <a:r>
              <a:rPr lang="en-US" sz="1400" b="1">
                <a:solidFill>
                  <a:srgbClr val="F8FAFC"/>
                </a:solidFill>
                <a:latin typeface="Trebuchet MS" pitchFamily="34" charset="0"/>
                <a:ea typeface="Trebuchet MS" pitchFamily="34" charset="-122"/>
                <a:cs typeface="Trebuchet MS" pitchFamily="34" charset="-120"/>
              </a:rPr>
              <a:t>影を有効化する</a:t>
            </a:r>
            <a:endParaRPr lang="en-US" sz="1400" dirty="0"/>
          </a:p>
        </p:txBody>
      </p:sp>
      <p:sp>
        <p:nvSpPr>
          <p:cNvPr id="20" name="Text 18"/>
          <p:cNvSpPr/>
          <p:nvPr/>
        </p:nvSpPr>
        <p:spPr>
          <a:xfrm>
            <a:off x="1737360" y="3739896"/>
            <a:ext cx="6400800" cy="2286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shadowMap と castShadow / receiveShadow を設定</a:t>
            </a:r>
            <a:endParaRPr lang="en-US" sz="1100" dirty="0"/>
          </a:p>
        </p:txBody>
      </p:sp>
      <p:sp>
        <p:nvSpPr>
          <p:cNvPr id="21" name="Shape 19"/>
          <p:cNvSpPr/>
          <p:nvPr/>
        </p:nvSpPr>
        <p:spPr>
          <a:xfrm>
            <a:off x="731520" y="4069080"/>
            <a:ext cx="7680960" cy="502920"/>
          </a:xfrm>
          <a:prstGeom prst="roundRect">
            <a:avLst>
              <a:gd name="adj" fmla="val 10909"/>
            </a:avLst>
          </a:prstGeom>
          <a:solidFill>
            <a:srgbClr val="1E293B"/>
          </a:solidFill>
          <a:ln/>
        </p:spPr>
        <p:txBody>
          <a:bodyPr/>
          <a:lstStyle/>
          <a:p>
            <a:endParaRPr lang="ja-JP" altLang="en-US"/>
          </a:p>
        </p:txBody>
      </p:sp>
      <p:sp>
        <p:nvSpPr>
          <p:cNvPr id="22" name="Text 20"/>
          <p:cNvSpPr/>
          <p:nvPr/>
        </p:nvSpPr>
        <p:spPr>
          <a:xfrm>
            <a:off x="914400" y="4114800"/>
            <a:ext cx="777240" cy="411480"/>
          </a:xfrm>
          <a:prstGeom prst="rect">
            <a:avLst/>
          </a:prstGeom>
          <a:noFill/>
          <a:ln/>
        </p:spPr>
        <p:txBody>
          <a:bodyPr wrap="square" lIns="0" tIns="0" rIns="0" bIns="0" rtlCol="0" anchor="ctr"/>
          <a:lstStyle/>
          <a:p>
            <a:pPr marL="0" indent="0">
              <a:buNone/>
            </a:pPr>
            <a:r>
              <a:rPr lang="en-US" sz="1200" b="1" dirty="0">
                <a:solidFill>
                  <a:srgbClr val="EC4899"/>
                </a:solidFill>
                <a:latin typeface="Trebuchet MS" pitchFamily="34" charset="0"/>
                <a:ea typeface="Trebuchet MS" pitchFamily="34" charset="-122"/>
                <a:cs typeface="Trebuchet MS" pitchFamily="34" charset="-120"/>
              </a:rPr>
              <a:t>Step 5</a:t>
            </a:r>
            <a:endParaRPr lang="en-US" sz="1200" dirty="0"/>
          </a:p>
        </p:txBody>
      </p:sp>
      <p:sp>
        <p:nvSpPr>
          <p:cNvPr id="23" name="Text 21"/>
          <p:cNvSpPr/>
          <p:nvPr/>
        </p:nvSpPr>
        <p:spPr>
          <a:xfrm>
            <a:off x="1737360" y="4096512"/>
            <a:ext cx="3017520" cy="228600"/>
          </a:xfrm>
          <a:prstGeom prst="rect">
            <a:avLst/>
          </a:prstGeom>
          <a:noFill/>
          <a:ln/>
        </p:spPr>
        <p:txBody>
          <a:bodyPr wrap="square" lIns="0" tIns="0" rIns="0" bIns="0" rtlCol="0" anchor="ctr"/>
          <a:lstStyle/>
          <a:p>
            <a:pPr marL="0" indent="0">
              <a:buNone/>
            </a:pPr>
            <a:r>
              <a:rPr lang="en-US" sz="1400" b="1" dirty="0">
                <a:solidFill>
                  <a:srgbClr val="F8FAFC"/>
                </a:solidFill>
                <a:latin typeface="Trebuchet MS" pitchFamily="34" charset="0"/>
                <a:ea typeface="Trebuchet MS" pitchFamily="34" charset="-122"/>
                <a:cs typeface="Trebuchet MS" pitchFamily="34" charset="-120"/>
              </a:rPr>
              <a:t>ブラウザで確認</a:t>
            </a:r>
            <a:endParaRPr lang="en-US" sz="1400" dirty="0"/>
          </a:p>
        </p:txBody>
      </p:sp>
      <p:sp>
        <p:nvSpPr>
          <p:cNvPr id="24" name="Text 22"/>
          <p:cNvSpPr/>
          <p:nvPr/>
        </p:nvSpPr>
        <p:spPr>
          <a:xfrm>
            <a:off x="1737360" y="4334256"/>
            <a:ext cx="6400800" cy="228600"/>
          </a:xfrm>
          <a:prstGeom prst="rect">
            <a:avLst/>
          </a:prstGeom>
          <a:noFill/>
          <a:ln/>
        </p:spPr>
        <p:txBody>
          <a:bodyPr wrap="square" lIns="0" tIns="0" rIns="0" bIns="0" rtlCol="0" anchor="ctr"/>
          <a:lstStyle/>
          <a:p>
            <a:pPr marL="0" indent="0">
              <a:buNone/>
            </a:pPr>
            <a:r>
              <a:rPr lang="en-US" sz="1100">
                <a:solidFill>
                  <a:srgbClr val="94A3B8"/>
                </a:solidFill>
                <a:latin typeface="Calibri" pitchFamily="34" charset="0"/>
                <a:ea typeface="Calibri" pitchFamily="34" charset="-122"/>
                <a:cs typeface="Calibri" pitchFamily="34" charset="-120"/>
              </a:rPr>
              <a:t>床に影を落としながら立方体が回転</a:t>
            </a:r>
            <a:endParaRPr lang="en-US" sz="1100" dirty="0"/>
          </a:p>
        </p:txBody>
      </p:sp>
      <p:sp>
        <p:nvSpPr>
          <p:cNvPr id="25" name="Shape 23"/>
          <p:cNvSpPr/>
          <p:nvPr/>
        </p:nvSpPr>
        <p:spPr>
          <a:xfrm>
            <a:off x="731520" y="4434840"/>
            <a:ext cx="7680960" cy="365760"/>
          </a:xfrm>
          <a:prstGeom prst="roundRect">
            <a:avLst>
              <a:gd name="adj" fmla="val 15000"/>
            </a:avLst>
          </a:prstGeom>
          <a:solidFill>
            <a:srgbClr val="EC4899">
              <a:alpha val="15000"/>
            </a:srgbClr>
          </a:solidFill>
          <a:ln/>
        </p:spPr>
        <p:txBody>
          <a:bodyPr/>
          <a:lstStyle/>
          <a:p>
            <a:endParaRPr lang="ja-JP" altLang="en-US"/>
          </a:p>
        </p:txBody>
      </p:sp>
      <p:sp>
        <p:nvSpPr>
          <p:cNvPr id="26" name="Text 24"/>
          <p:cNvSpPr/>
          <p:nvPr/>
        </p:nvSpPr>
        <p:spPr>
          <a:xfrm>
            <a:off x="1005840" y="4434840"/>
            <a:ext cx="7132320" cy="365760"/>
          </a:xfrm>
          <a:prstGeom prst="rect">
            <a:avLst/>
          </a:prstGeom>
          <a:noFill/>
          <a:ln/>
        </p:spPr>
        <p:txBody>
          <a:bodyPr wrap="square" lIns="0" tIns="0" rIns="0" bIns="0" rtlCol="0" anchor="ctr"/>
          <a:lstStyle/>
          <a:p>
            <a:pPr marL="0" indent="0">
              <a:buNone/>
            </a:pPr>
            <a:r>
              <a:rPr lang="en-US" sz="1200" b="1" dirty="0">
                <a:solidFill>
                  <a:srgbClr val="F8FAFC"/>
                </a:solidFill>
                <a:latin typeface="Calibri" pitchFamily="34" charset="0"/>
                <a:ea typeface="Calibri" pitchFamily="34" charset="-122"/>
                <a:cs typeface="Calibri" pitchFamily="34" charset="-120"/>
              </a:rPr>
              <a:t>ゴール: </a:t>
            </a:r>
            <a:r>
              <a:rPr lang="en-US" sz="1200" b="1">
                <a:solidFill>
                  <a:srgbClr val="F8FAFC"/>
                </a:solidFill>
                <a:latin typeface="Calibri" pitchFamily="34" charset="0"/>
                <a:ea typeface="Calibri" pitchFamily="34" charset="-122"/>
                <a:cs typeface="Calibri" pitchFamily="34" charset="-120"/>
              </a:rPr>
              <a:t>光に照らされた立方体が回転し</a:t>
            </a:r>
            <a:r>
              <a:rPr lang="en-US" sz="1200" b="1" dirty="0">
                <a:solidFill>
                  <a:srgbClr val="F8FAFC"/>
                </a:solidFill>
                <a:latin typeface="Calibri" pitchFamily="34" charset="0"/>
                <a:ea typeface="Calibri" pitchFamily="34" charset="-122"/>
                <a:cs typeface="Calibri" pitchFamily="34" charset="-120"/>
              </a:rPr>
              <a:t>、</a:t>
            </a:r>
            <a:r>
              <a:rPr lang="en-US" sz="1200" b="1">
                <a:solidFill>
                  <a:srgbClr val="F8FAFC"/>
                </a:solidFill>
                <a:latin typeface="Calibri" pitchFamily="34" charset="0"/>
                <a:ea typeface="Calibri" pitchFamily="34" charset="-122"/>
                <a:cs typeface="Calibri" pitchFamily="34" charset="-120"/>
              </a:rPr>
              <a:t>床にやわらかい影が落ちる</a:t>
            </a:r>
            <a:endParaRPr lang="en-US" sz="1200" dirty="0"/>
          </a:p>
        </p:txBody>
      </p:sp>
      <p:sp>
        <p:nvSpPr>
          <p:cNvPr id="27" name="Text 25"/>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28" name="Text 26"/>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17 / 12</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6400800" y="2743200"/>
            <a:ext cx="4114800" cy="4114800"/>
          </a:xfrm>
          <a:prstGeom prst="ellipse">
            <a:avLst/>
          </a:prstGeom>
          <a:solidFill>
            <a:srgbClr val="A3E635">
              <a:alpha val="8000"/>
            </a:srgbClr>
          </a:solidFill>
          <a:ln/>
        </p:spPr>
        <p:txBody>
          <a:bodyPr/>
          <a:lstStyle/>
          <a:p>
            <a:endParaRPr lang="ja-JP" altLang="en-US"/>
          </a:p>
        </p:txBody>
      </p:sp>
      <p:sp>
        <p:nvSpPr>
          <p:cNvPr id="3" name="Text 1"/>
          <p:cNvSpPr/>
          <p:nvPr/>
        </p:nvSpPr>
        <p:spPr>
          <a:xfrm>
            <a:off x="731520" y="457200"/>
            <a:ext cx="3657600" cy="274320"/>
          </a:xfrm>
          <a:prstGeom prst="rect">
            <a:avLst/>
          </a:prstGeom>
          <a:noFill/>
          <a:ln/>
        </p:spPr>
        <p:txBody>
          <a:bodyPr wrap="square" lIns="0" tIns="0" rIns="0" bIns="0" rtlCol="0" anchor="ctr"/>
          <a:lstStyle/>
          <a:p>
            <a:pPr marL="0" indent="0">
              <a:buNone/>
            </a:pPr>
            <a:r>
              <a:rPr lang="en-US" sz="1100" kern="0" spc="300" dirty="0">
                <a:solidFill>
                  <a:srgbClr val="22D3EE"/>
                </a:solidFill>
                <a:latin typeface="Calibri" pitchFamily="34" charset="0"/>
                <a:ea typeface="Calibri" pitchFamily="34" charset="-122"/>
                <a:cs typeface="Calibri" pitchFamily="34" charset="-120"/>
              </a:rPr>
              <a:t>WRAP UP</a:t>
            </a:r>
            <a:endParaRPr lang="en-US" sz="1100" dirty="0"/>
          </a:p>
        </p:txBody>
      </p:sp>
      <p:sp>
        <p:nvSpPr>
          <p:cNvPr id="4" name="Text 2"/>
          <p:cNvSpPr/>
          <p:nvPr/>
        </p:nvSpPr>
        <p:spPr>
          <a:xfrm>
            <a:off x="731520" y="731520"/>
            <a:ext cx="7680960" cy="640080"/>
          </a:xfrm>
          <a:prstGeom prst="rect">
            <a:avLst/>
          </a:prstGeom>
          <a:noFill/>
          <a:ln/>
        </p:spPr>
        <p:txBody>
          <a:bodyPr wrap="square" lIns="0" tIns="0" rIns="0" bIns="0" rtlCol="0" anchor="ctr"/>
          <a:lstStyle/>
          <a:p>
            <a:pPr marL="0" indent="0">
              <a:buNone/>
            </a:pPr>
            <a:r>
              <a:rPr lang="en-US" sz="3200" b="1" dirty="0">
                <a:solidFill>
                  <a:srgbClr val="F8FAFC"/>
                </a:solidFill>
                <a:latin typeface="Trebuchet MS" pitchFamily="34" charset="0"/>
                <a:ea typeface="Trebuchet MS" pitchFamily="34" charset="-122"/>
                <a:cs typeface="Trebuchet MS" pitchFamily="34" charset="-120"/>
              </a:rPr>
              <a:t>まとめ &amp; 次回予告</a:t>
            </a:r>
            <a:endParaRPr lang="en-US" sz="3200" dirty="0"/>
          </a:p>
        </p:txBody>
      </p:sp>
      <p:sp>
        <p:nvSpPr>
          <p:cNvPr id="5" name="Text 3"/>
          <p:cNvSpPr/>
          <p:nvPr/>
        </p:nvSpPr>
        <p:spPr>
          <a:xfrm>
            <a:off x="731520" y="1554480"/>
            <a:ext cx="4114800" cy="320040"/>
          </a:xfrm>
          <a:prstGeom prst="rect">
            <a:avLst/>
          </a:prstGeom>
          <a:noFill/>
          <a:ln/>
        </p:spPr>
        <p:txBody>
          <a:bodyPr wrap="square" lIns="0" tIns="0" rIns="0" bIns="0" rtlCol="0" anchor="ctr"/>
          <a:lstStyle/>
          <a:p>
            <a:pPr marL="0" indent="0">
              <a:buNone/>
            </a:pPr>
            <a:r>
              <a:rPr lang="en-US" sz="1600" b="1" dirty="0">
                <a:solidFill>
                  <a:srgbClr val="22D3EE"/>
                </a:solidFill>
                <a:latin typeface="Trebuchet MS" pitchFamily="34" charset="0"/>
                <a:ea typeface="Trebuchet MS" pitchFamily="34" charset="-122"/>
                <a:cs typeface="Trebuchet MS" pitchFamily="34" charset="-120"/>
              </a:rPr>
              <a:t>今日のまとめ</a:t>
            </a:r>
            <a:endParaRPr lang="en-US" sz="1600" dirty="0"/>
          </a:p>
        </p:txBody>
      </p:sp>
      <p:pic>
        <p:nvPicPr>
          <p:cNvPr id="6" name="Image 0" descr="preencoded.png"/>
          <p:cNvPicPr>
            <a:picLocks noChangeAspect="1"/>
          </p:cNvPicPr>
          <p:nvPr/>
        </p:nvPicPr>
        <p:blipFill>
          <a:blip r:embed="rId3"/>
          <a:stretch>
            <a:fillRect/>
          </a:stretch>
        </p:blipFill>
        <p:spPr>
          <a:xfrm>
            <a:off x="731520" y="1965960"/>
            <a:ext cx="182880" cy="182880"/>
          </a:xfrm>
          <a:prstGeom prst="rect">
            <a:avLst/>
          </a:prstGeom>
        </p:spPr>
      </p:pic>
      <p:sp>
        <p:nvSpPr>
          <p:cNvPr id="7" name="Text 4"/>
          <p:cNvSpPr/>
          <p:nvPr/>
        </p:nvSpPr>
        <p:spPr>
          <a:xfrm>
            <a:off x="1051560" y="1920240"/>
            <a:ext cx="4572000" cy="320040"/>
          </a:xfrm>
          <a:prstGeom prst="rect">
            <a:avLst/>
          </a:prstGeom>
          <a:noFill/>
          <a:ln/>
        </p:spPr>
        <p:txBody>
          <a:bodyPr wrap="square" lIns="0" tIns="0" rIns="0" bIns="0" rtlCol="0" anchor="ctr"/>
          <a:lstStyle/>
          <a:p>
            <a:pPr marL="0" indent="0">
              <a:buNone/>
            </a:pPr>
            <a:r>
              <a:rPr lang="en-US" sz="1300">
                <a:solidFill>
                  <a:srgbClr val="F8FAFC"/>
                </a:solidFill>
                <a:latin typeface="Calibri" pitchFamily="34" charset="0"/>
                <a:ea typeface="Calibri" pitchFamily="34" charset="-122"/>
                <a:cs typeface="Calibri" pitchFamily="34" charset="-120"/>
              </a:rPr>
              <a:t>マテリアルで質感を決める（Standard が基本）</a:t>
            </a:r>
            <a:endParaRPr lang="en-US" sz="1300" dirty="0"/>
          </a:p>
        </p:txBody>
      </p:sp>
      <p:pic>
        <p:nvPicPr>
          <p:cNvPr id="8" name="Image 1" descr="preencoded.png"/>
          <p:cNvPicPr>
            <a:picLocks noChangeAspect="1"/>
          </p:cNvPicPr>
          <p:nvPr/>
        </p:nvPicPr>
        <p:blipFill>
          <a:blip r:embed="rId3"/>
          <a:stretch>
            <a:fillRect/>
          </a:stretch>
        </p:blipFill>
        <p:spPr>
          <a:xfrm>
            <a:off x="731520" y="2331720"/>
            <a:ext cx="182880" cy="182880"/>
          </a:xfrm>
          <a:prstGeom prst="rect">
            <a:avLst/>
          </a:prstGeom>
        </p:spPr>
      </p:pic>
      <p:sp>
        <p:nvSpPr>
          <p:cNvPr id="9" name="Text 5"/>
          <p:cNvSpPr/>
          <p:nvPr/>
        </p:nvSpPr>
        <p:spPr>
          <a:xfrm>
            <a:off x="1051560" y="2286000"/>
            <a:ext cx="4572000" cy="320040"/>
          </a:xfrm>
          <a:prstGeom prst="rect">
            <a:avLst/>
          </a:prstGeom>
          <a:noFill/>
          <a:ln/>
        </p:spPr>
        <p:txBody>
          <a:bodyPr wrap="square" lIns="0" tIns="0" rIns="0" bIns="0" rtlCol="0" anchor="ctr"/>
          <a:lstStyle/>
          <a:p>
            <a:pPr marL="0" indent="0">
              <a:buNone/>
            </a:pPr>
            <a:r>
              <a:rPr lang="en-US" sz="1300">
                <a:solidFill>
                  <a:srgbClr val="F8FAFC"/>
                </a:solidFill>
                <a:latin typeface="Calibri" pitchFamily="34" charset="0"/>
                <a:ea typeface="Calibri" pitchFamily="34" charset="-122"/>
                <a:cs typeface="Calibri" pitchFamily="34" charset="-120"/>
              </a:rPr>
              <a:t>ライトの種類と使い分け</a:t>
            </a:r>
            <a:endParaRPr lang="en-US" sz="1300" dirty="0"/>
          </a:p>
        </p:txBody>
      </p:sp>
      <p:pic>
        <p:nvPicPr>
          <p:cNvPr id="10" name="Image 2" descr="preencoded.png"/>
          <p:cNvPicPr>
            <a:picLocks noChangeAspect="1"/>
          </p:cNvPicPr>
          <p:nvPr/>
        </p:nvPicPr>
        <p:blipFill>
          <a:blip r:embed="rId3"/>
          <a:stretch>
            <a:fillRect/>
          </a:stretch>
        </p:blipFill>
        <p:spPr>
          <a:xfrm>
            <a:off x="731520" y="2697480"/>
            <a:ext cx="182880" cy="182880"/>
          </a:xfrm>
          <a:prstGeom prst="rect">
            <a:avLst/>
          </a:prstGeom>
        </p:spPr>
      </p:pic>
      <p:sp>
        <p:nvSpPr>
          <p:cNvPr id="11" name="Text 6"/>
          <p:cNvSpPr/>
          <p:nvPr/>
        </p:nvSpPr>
        <p:spPr>
          <a:xfrm>
            <a:off x="1051560" y="2651760"/>
            <a:ext cx="4572000" cy="320040"/>
          </a:xfrm>
          <a:prstGeom prst="rect">
            <a:avLst/>
          </a:prstGeom>
          <a:noFill/>
          <a:ln/>
        </p:spPr>
        <p:txBody>
          <a:bodyPr wrap="square" lIns="0" tIns="0" rIns="0" bIns="0" rtlCol="0" anchor="ctr"/>
          <a:lstStyle/>
          <a:p>
            <a:pPr marL="0" indent="0">
              <a:buNone/>
            </a:pPr>
            <a:r>
              <a:rPr lang="en-US" sz="1300">
                <a:solidFill>
                  <a:srgbClr val="F8FAFC"/>
                </a:solidFill>
                <a:latin typeface="Calibri" pitchFamily="34" charset="0"/>
                <a:ea typeface="Calibri" pitchFamily="34" charset="-122"/>
                <a:cs typeface="Calibri" pitchFamily="34" charset="-120"/>
              </a:rPr>
              <a:t>3点照明で立体感を演出</a:t>
            </a:r>
            <a:endParaRPr lang="en-US" sz="1300" dirty="0"/>
          </a:p>
        </p:txBody>
      </p:sp>
      <p:pic>
        <p:nvPicPr>
          <p:cNvPr id="12" name="Image 3" descr="preencoded.png"/>
          <p:cNvPicPr>
            <a:picLocks noChangeAspect="1"/>
          </p:cNvPicPr>
          <p:nvPr/>
        </p:nvPicPr>
        <p:blipFill>
          <a:blip r:embed="rId3"/>
          <a:stretch>
            <a:fillRect/>
          </a:stretch>
        </p:blipFill>
        <p:spPr>
          <a:xfrm>
            <a:off x="731520" y="3063240"/>
            <a:ext cx="182880" cy="182880"/>
          </a:xfrm>
          <a:prstGeom prst="rect">
            <a:avLst/>
          </a:prstGeom>
        </p:spPr>
      </p:pic>
      <p:sp>
        <p:nvSpPr>
          <p:cNvPr id="13" name="Text 7"/>
          <p:cNvSpPr/>
          <p:nvPr/>
        </p:nvSpPr>
        <p:spPr>
          <a:xfrm>
            <a:off x="1051560" y="3017520"/>
            <a:ext cx="4572000" cy="320040"/>
          </a:xfrm>
          <a:prstGeom prst="rect">
            <a:avLst/>
          </a:prstGeom>
          <a:noFill/>
          <a:ln/>
        </p:spPr>
        <p:txBody>
          <a:bodyPr wrap="square" lIns="0" tIns="0" rIns="0" bIns="0" rtlCol="0" anchor="ctr"/>
          <a:lstStyle/>
          <a:p>
            <a:pPr marL="0" indent="0">
              <a:buNone/>
            </a:pPr>
            <a:r>
              <a:rPr lang="en-US" sz="1300">
                <a:solidFill>
                  <a:srgbClr val="F8FAFC"/>
                </a:solidFill>
                <a:latin typeface="Calibri" pitchFamily="34" charset="0"/>
                <a:ea typeface="Calibri" pitchFamily="34" charset="-122"/>
                <a:cs typeface="Calibri" pitchFamily="34" charset="-120"/>
              </a:rPr>
              <a:t>影は shadowMap と castShadow / receiveShadow</a:t>
            </a:r>
            <a:endParaRPr lang="en-US" sz="1300" dirty="0"/>
          </a:p>
        </p:txBody>
      </p:sp>
      <p:sp>
        <p:nvSpPr>
          <p:cNvPr id="14" name="Shape 8"/>
          <p:cNvSpPr/>
          <p:nvPr/>
        </p:nvSpPr>
        <p:spPr>
          <a:xfrm>
            <a:off x="731520" y="3566160"/>
            <a:ext cx="7680960" cy="1188720"/>
          </a:xfrm>
          <a:prstGeom prst="roundRect">
            <a:avLst>
              <a:gd name="adj" fmla="val 6154"/>
            </a:avLst>
          </a:prstGeom>
          <a:solidFill>
            <a:srgbClr val="1E293B"/>
          </a:solidFill>
          <a:ln/>
        </p:spPr>
        <p:txBody>
          <a:bodyPr/>
          <a:lstStyle/>
          <a:p>
            <a:endParaRPr lang="ja-JP" altLang="en-US"/>
          </a:p>
        </p:txBody>
      </p:sp>
      <p:sp>
        <p:nvSpPr>
          <p:cNvPr id="15" name="Text 9"/>
          <p:cNvSpPr/>
          <p:nvPr/>
        </p:nvSpPr>
        <p:spPr>
          <a:xfrm>
            <a:off x="1005840" y="3657600"/>
            <a:ext cx="3657600" cy="365760"/>
          </a:xfrm>
          <a:prstGeom prst="rect">
            <a:avLst/>
          </a:prstGeom>
          <a:noFill/>
          <a:ln/>
        </p:spPr>
        <p:txBody>
          <a:bodyPr wrap="square" lIns="0" tIns="0" rIns="0" bIns="0" rtlCol="0" anchor="ctr"/>
          <a:lstStyle/>
          <a:p>
            <a:pPr marL="0" indent="0">
              <a:buNone/>
            </a:pPr>
            <a:r>
              <a:rPr lang="en-US" sz="1800" b="1" dirty="0">
                <a:solidFill>
                  <a:srgbClr val="EC4899"/>
                </a:solidFill>
                <a:latin typeface="Trebuchet MS" pitchFamily="34" charset="0"/>
                <a:ea typeface="Trebuchet MS" pitchFamily="34" charset="-122"/>
                <a:cs typeface="Trebuchet MS" pitchFamily="34" charset="-120"/>
              </a:rPr>
              <a:t>次回: SESSION </a:t>
            </a:r>
            <a:r>
              <a:rPr lang="en-US" sz="1800" b="1">
                <a:solidFill>
                  <a:srgbClr val="EC4899"/>
                </a:solidFill>
                <a:latin typeface="Trebuchet MS" pitchFamily="34" charset="0"/>
                <a:ea typeface="Trebuchet MS" pitchFamily="34" charset="-122"/>
                <a:cs typeface="Trebuchet MS" pitchFamily="34" charset="-120"/>
              </a:rPr>
              <a:t>04</a:t>
            </a:r>
            <a:endParaRPr lang="en-US" sz="1800" dirty="0"/>
          </a:p>
        </p:txBody>
      </p:sp>
      <p:sp>
        <p:nvSpPr>
          <p:cNvPr id="16" name="Text 10"/>
          <p:cNvSpPr/>
          <p:nvPr/>
        </p:nvSpPr>
        <p:spPr>
          <a:xfrm>
            <a:off x="1005840" y="4023360"/>
            <a:ext cx="6400800" cy="320040"/>
          </a:xfrm>
          <a:prstGeom prst="rect">
            <a:avLst/>
          </a:prstGeom>
          <a:noFill/>
          <a:ln/>
        </p:spPr>
        <p:txBody>
          <a:bodyPr wrap="square" lIns="0" tIns="0" rIns="0" bIns="0" rtlCol="0" anchor="ctr"/>
          <a:lstStyle/>
          <a:p>
            <a:pPr marL="0" indent="0">
              <a:buNone/>
            </a:pPr>
            <a:r>
              <a:rPr lang="en-US" sz="1600" b="1">
                <a:solidFill>
                  <a:srgbClr val="F8FAFC"/>
                </a:solidFill>
                <a:latin typeface="Trebuchet MS" pitchFamily="34" charset="0"/>
                <a:ea typeface="Trebuchet MS" pitchFamily="34" charset="-122"/>
                <a:cs typeface="Trebuchet MS" pitchFamily="34" charset="-120"/>
              </a:rPr>
              <a:t>テクスチャの貼り付け</a:t>
            </a:r>
            <a:endParaRPr lang="en-US" sz="1600" dirty="0"/>
          </a:p>
        </p:txBody>
      </p:sp>
      <p:sp>
        <p:nvSpPr>
          <p:cNvPr id="17" name="Text 11"/>
          <p:cNvSpPr/>
          <p:nvPr/>
        </p:nvSpPr>
        <p:spPr>
          <a:xfrm>
            <a:off x="1005840" y="4343400"/>
            <a:ext cx="6675120" cy="274320"/>
          </a:xfrm>
          <a:prstGeom prst="rect">
            <a:avLst/>
          </a:prstGeom>
          <a:noFill/>
          <a:ln/>
        </p:spPr>
        <p:txBody>
          <a:bodyPr wrap="square" lIns="0" tIns="0" rIns="0" bIns="0" rtlCol="0" anchor="ctr"/>
          <a:lstStyle/>
          <a:p>
            <a:pPr marL="0" indent="0">
              <a:buNone/>
            </a:pPr>
            <a:r>
              <a:rPr lang="en-US" sz="1200">
                <a:solidFill>
                  <a:srgbClr val="94A3B8"/>
                </a:solidFill>
                <a:latin typeface="Calibri" pitchFamily="34" charset="0"/>
                <a:ea typeface="Calibri" pitchFamily="34" charset="-122"/>
                <a:cs typeface="Calibri" pitchFamily="34" charset="-120"/>
              </a:rPr>
              <a:t>画像テクスチャでオブジェクトに模様や質感を与える方法を学びます</a:t>
            </a:r>
            <a:endParaRPr lang="en-US" sz="1200" dirty="0"/>
          </a:p>
        </p:txBody>
      </p:sp>
      <p:sp>
        <p:nvSpPr>
          <p:cNvPr id="18" name="Text 12"/>
          <p:cNvSpPr/>
          <p:nvPr/>
        </p:nvSpPr>
        <p:spPr>
          <a:xfrm>
            <a:off x="457200" y="4709160"/>
            <a:ext cx="5486400" cy="32004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Three.js × WebGL 実践講座</a:t>
            </a:r>
            <a:endParaRPr lang="en-US" sz="900" dirty="0"/>
          </a:p>
        </p:txBody>
      </p:sp>
      <p:sp>
        <p:nvSpPr>
          <p:cNvPr id="19" name="Text 13"/>
          <p:cNvSpPr/>
          <p:nvPr/>
        </p:nvSpPr>
        <p:spPr>
          <a:xfrm>
            <a:off x="7315200" y="4709160"/>
            <a:ext cx="1371600" cy="320040"/>
          </a:xfrm>
          <a:prstGeom prst="rect">
            <a:avLst/>
          </a:prstGeom>
          <a:noFill/>
          <a:ln/>
        </p:spPr>
        <p:txBody>
          <a:bodyPr wrap="square" lIns="0" tIns="0" rIns="0" bIns="0" rtlCol="0" anchor="ctr"/>
          <a:lstStyle/>
          <a:p>
            <a:pPr marL="0" indent="0" algn="r">
              <a:buNone/>
            </a:pPr>
            <a:r>
              <a:rPr lang="en-US" sz="900" dirty="0">
                <a:solidFill>
                  <a:srgbClr val="22D3EE"/>
                </a:solidFill>
                <a:latin typeface="Calibri" pitchFamily="34" charset="0"/>
                <a:ea typeface="Calibri" pitchFamily="34" charset="-122"/>
                <a:cs typeface="Calibri" pitchFamily="34" charset="-120"/>
              </a:rPr>
              <a:t>18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142FDA3ABBCD154A9210F0A70488BDA5" ma:contentTypeVersion="13" ma:contentTypeDescription="新しいドキュメントを作成します。" ma:contentTypeScope="" ma:versionID="f113d3662dbff0b3d5c059083f0e6c17">
  <xsd:schema xmlns:xsd="http://www.w3.org/2001/XMLSchema" xmlns:xs="http://www.w3.org/2001/XMLSchema" xmlns:p="http://schemas.microsoft.com/office/2006/metadata/properties" xmlns:ns3="91a5efbd-7d02-4308-8565-d8690abf6588" targetNamespace="http://schemas.microsoft.com/office/2006/metadata/properties" ma:root="true" ma:fieldsID="18fefd990dfabeaf438368bc46c1ae56" ns3:_="">
    <xsd:import namespace="91a5efbd-7d02-4308-8565-d8690abf658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_activity" minOccurs="0"/>
                <xsd:element ref="ns3:MediaLengthInSeconds" minOccurs="0"/>
                <xsd:element ref="ns3:MediaServiceBillingMetadata"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a5efbd-7d02-4308-8565-d8690abf658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_activity" ma:index="17" nillable="true" ma:displayName="_activity" ma:hidden="true" ma:internalName="_activity">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1a5efbd-7d02-4308-8565-d8690abf6588" xsi:nil="true"/>
  </documentManagement>
</p:properties>
</file>

<file path=customXml/itemProps1.xml><?xml version="1.0" encoding="utf-8"?>
<ds:datastoreItem xmlns:ds="http://schemas.openxmlformats.org/officeDocument/2006/customXml" ds:itemID="{D3D7EBE7-3608-40A8-B15A-08FCCE764F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1a5efbd-7d02-4308-8565-d8690abf658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40B75C3-813A-4130-A54A-CF7AEDBCF30A}">
  <ds:schemaRefs>
    <ds:schemaRef ds:uri="http://schemas.microsoft.com/sharepoint/v3/contenttype/forms"/>
  </ds:schemaRefs>
</ds:datastoreItem>
</file>

<file path=customXml/itemProps3.xml><?xml version="1.0" encoding="utf-8"?>
<ds:datastoreItem xmlns:ds="http://schemas.openxmlformats.org/officeDocument/2006/customXml" ds:itemID="{449FE25C-1909-401F-999A-ABDC0CD86299}">
  <ds:schemaRefs>
    <ds:schemaRef ds:uri="http://schemas.openxmlformats.org/package/2006/metadata/core-properties"/>
    <ds:schemaRef ds:uri="http://purl.org/dc/dcmitype/"/>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91a5efbd-7d02-4308-8565-d8690abf6588"/>
    <ds:schemaRef ds:uri="http://purl.org/dc/terms/"/>
    <ds:schemaRef ds:uri="http://purl.org/dc/elements/1.1/"/>
  </ds:schemaRefs>
</ds:datastoreItem>
</file>

<file path=docMetadata/LabelInfo.xml><?xml version="1.0" encoding="utf-8"?>
<clbl:labelList xmlns:clbl="http://schemas.microsoft.com/office/2020/mipLabelMetadata">
  <clbl:label id="{8d41d6d7-36ce-4e0c-8c6d-cf2c54c39039}" enabled="0" method="" siteId="{8d41d6d7-36ce-4e0c-8c6d-cf2c54c39039}" removed="1"/>
</clbl:labelList>
</file>

<file path=docProps/app.xml><?xml version="1.0" encoding="utf-8"?>
<Properties xmlns="http://schemas.openxmlformats.org/officeDocument/2006/extended-properties" xmlns:vt="http://schemas.openxmlformats.org/officeDocument/2006/docPropsVTypes">
  <TotalTime>1480</TotalTime>
  <Words>1362</Words>
  <Application>Microsoft Office PowerPoint</Application>
  <PresentationFormat>画面に合わせる (16:9)</PresentationFormat>
  <Paragraphs>329</Paragraphs>
  <Slides>18</Slides>
  <Notes>18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18</vt:i4>
      </vt:variant>
    </vt:vector>
  </HeadingPairs>
  <TitlesOfParts>
    <vt:vector size="23" baseType="lpstr">
      <vt:lpstr>Arial</vt:lpstr>
      <vt:lpstr>Calibri</vt:lpstr>
      <vt:lpstr>Consolas</vt:lpstr>
      <vt:lpstr>Trebuchet MS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NH-STAFF 高橋真広</cp:lastModifiedBy>
  <cp:revision>3</cp:revision>
  <dcterms:created xsi:type="dcterms:W3CDTF">2026-05-30T09:11:35Z</dcterms:created>
  <dcterms:modified xsi:type="dcterms:W3CDTF">2026-05-31T10:06:48Z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0x010100142FDA3ABBCD154A9210F0A70488BDA5</vt:lpwstr>
  </property>
</Properties>
</file>